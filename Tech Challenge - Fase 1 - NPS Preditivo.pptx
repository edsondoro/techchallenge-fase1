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4"/>
  </p:sldMasterIdLst>
  <p:notesMasterIdLst>
    <p:notesMasterId r:id="rId21"/>
  </p:notesMasterIdLst>
  <p:handoutMasterIdLst>
    <p:handoutMasterId r:id="rId22"/>
  </p:handoutMasterIdLst>
  <p:sldIdLst>
    <p:sldId id="2147483252" r:id="rId5"/>
    <p:sldId id="2147483246" r:id="rId6"/>
    <p:sldId id="2147483250" r:id="rId7"/>
    <p:sldId id="2147483257" r:id="rId8"/>
    <p:sldId id="2147483248" r:id="rId9"/>
    <p:sldId id="2147483258" r:id="rId10"/>
    <p:sldId id="2147483261" r:id="rId11"/>
    <p:sldId id="2147483247" r:id="rId12"/>
    <p:sldId id="2147483262" r:id="rId13"/>
    <p:sldId id="2147483263" r:id="rId14"/>
    <p:sldId id="2147483271" r:id="rId15"/>
    <p:sldId id="2147483268" r:id="rId16"/>
    <p:sldId id="2147483270" r:id="rId17"/>
    <p:sldId id="2147483264" r:id="rId18"/>
    <p:sldId id="2147483265" r:id="rId19"/>
    <p:sldId id="2147483273" r:id="rId20"/>
  </p:sldIdLst>
  <p:sldSz cx="12192000" cy="6858000"/>
  <p:notesSz cx="6797675" cy="9926638"/>
  <p:custDataLst>
    <p:tags r:id="rId23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ia Faria Correia Palu" initials="PFCP" lastIdx="0" clrIdx="0">
    <p:extLst>
      <p:ext uri="{19B8F6BF-5375-455C-9EA6-DF929625EA0E}">
        <p15:presenceInfo xmlns:p15="http://schemas.microsoft.com/office/powerpoint/2012/main" userId="S::patricia.palugan@itau-unibanco.com.br::ee98ee78-946f-458e-bb8b-0ca4aa046d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4CF"/>
    <a:srgbClr val="FF7800"/>
    <a:srgbClr val="177B63"/>
    <a:srgbClr val="22B491"/>
    <a:srgbClr val="5E5F62"/>
    <a:srgbClr val="FF924F"/>
    <a:srgbClr val="FF6200"/>
    <a:srgbClr val="F2F2F2"/>
    <a:srgbClr val="FFFFFF"/>
    <a:srgbClr val="F378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F64D9-FCEE-4BB5-909C-BCF7560AB10B}" v="814" dt="2026-05-01T15:45:10.021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D43D495-37FE-6C20-01A8-47ED524747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CBCF46C-3997-BF68-F59E-B53FC04633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B4AF4-5A43-4867-AD7A-9896C1776AA1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E770A0-250F-5E0F-CFCC-73B6F9B54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923417-DEF6-071B-D2E7-2A249C67FD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41DCB-04F3-41D8-977D-78AF610436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217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heme" Target="../theme/them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49FE3-F4B8-41CE-8122-DD332F7A8ED7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err="1"/>
              <a:t>Edit Master text styles</a:t>
            </a:r>
          </a:p>
          <a:p>
            <a:pPr lvl="1"/>
            <a:r>
              <a:rPr lang="pt-BR" err="1"/>
              <a:t>Second level</a:t>
            </a:r>
          </a:p>
          <a:p>
            <a:pPr lvl="2"/>
            <a:r>
              <a:rPr lang="pt-BR" err="1"/>
              <a:t>Third level</a:t>
            </a:r>
          </a:p>
          <a:p>
            <a:pPr lvl="3"/>
            <a:r>
              <a:rPr lang="pt-BR" err="1"/>
              <a:t>Fourth level</a:t>
            </a:r>
          </a:p>
          <a:p>
            <a:pPr lvl="4"/>
            <a:r>
              <a:rPr lang="pt-BR" err="1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2D58B-3F0E-4E14-80D2-0E1CE3200A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5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82EB-2DD8-EEA8-4D22-EBD0A6E1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329E40-ECF4-72A4-CD63-C72163EFE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48F1C5-1BE5-97B6-8D1E-2C54C4FED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Key insights: Descentralizado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30A44-B73A-3245-1817-F1EE92A45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8D357-5CCF-45C8-AE4E-0CD91F94C3B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65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79AC-2B13-402A-6C65-58523230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EE99A6-C970-6E5C-4C18-B2D4BBBF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54E5EB-986C-F8C4-9B1D-1011D621E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Key insights: Descentralizado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4C260F-608D-94EB-8F3C-B74C4DE0B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8D357-5CCF-45C8-AE4E-0CD91F94C3B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28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2D58B-3F0E-4E14-80D2-0E1CE3200AD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64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 Itaú Assuntos BUP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9BDFE501-EE99-D864-68D8-6BF5B8564F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F3AEC1CC-E077-D0E5-6D90-B08CEC876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71" y="3310183"/>
            <a:ext cx="1250442" cy="1250442"/>
          </a:xfrm>
          <a:prstGeom prst="rect">
            <a:avLst/>
          </a:prstGeom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0C5E5A7-9943-099E-7CCF-0D44094611E6}"/>
              </a:ext>
            </a:extLst>
          </p:cNvPr>
          <p:cNvGrpSpPr/>
          <p:nvPr/>
        </p:nvGrpSpPr>
        <p:grpSpPr>
          <a:xfrm>
            <a:off x="9626600" y="1225550"/>
            <a:ext cx="1257300" cy="4406900"/>
            <a:chOff x="10363200" y="520700"/>
            <a:chExt cx="1257300" cy="44069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39D4627F-2C8B-2CE7-23A8-F4A831CD8AB7}"/>
                </a:ext>
              </a:extLst>
            </p:cNvPr>
            <p:cNvSpPr/>
            <p:nvPr/>
          </p:nvSpPr>
          <p:spPr>
            <a:xfrm>
              <a:off x="10363200" y="520700"/>
              <a:ext cx="1257300" cy="1257300"/>
            </a:xfrm>
            <a:prstGeom prst="roundRect">
              <a:avLst/>
            </a:prstGeom>
            <a:solidFill>
              <a:srgbClr val="071A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0A88D437-A926-68F2-45F3-589E86F1068A}"/>
                </a:ext>
              </a:extLst>
            </p:cNvPr>
            <p:cNvSpPr/>
            <p:nvPr/>
          </p:nvSpPr>
          <p:spPr>
            <a:xfrm>
              <a:off x="10363200" y="2095500"/>
              <a:ext cx="1257300" cy="12573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E9769798-B0F1-2667-916A-21D513A6469C}"/>
                </a:ext>
              </a:extLst>
            </p:cNvPr>
            <p:cNvSpPr/>
            <p:nvPr/>
          </p:nvSpPr>
          <p:spPr>
            <a:xfrm>
              <a:off x="10363200" y="3670300"/>
              <a:ext cx="1257300" cy="12573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0EDA2DE-2F49-1643-169F-6A69379FB398}"/>
              </a:ext>
            </a:extLst>
          </p:cNvPr>
          <p:cNvSpPr txBox="1"/>
          <p:nvPr/>
        </p:nvSpPr>
        <p:spPr>
          <a:xfrm>
            <a:off x="1095936" y="4834790"/>
            <a:ext cx="6120394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Identidade Visual</a:t>
            </a:r>
            <a:r>
              <a: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 </a:t>
            </a:r>
            <a:br>
              <a:rPr lang="pt-BR" sz="4400">
                <a:solidFill>
                  <a:schemeClr val="bg1"/>
                </a:solidFill>
                <a:latin typeface="Itau Display Pro" panose="020B0503020204020204" pitchFamily="34" charset="0"/>
                <a:cs typeface="Itau Display Pro" panose="020B0503020204020204" pitchFamily="34" charset="0"/>
              </a:rPr>
            </a:br>
            <a:r>
              <a:rPr lang="pt-BR" sz="44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para </a:t>
            </a:r>
            <a:r>
              <a:rPr kumimoji="0" lang="pt-BR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assuntos </a:t>
            </a:r>
            <a:r>
              <a:rPr lang="pt-BR" sz="44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BUPJ</a:t>
            </a:r>
            <a:r>
              <a:rPr kumimoji="0" lang="pt-BR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6507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D79128-3A3A-E8F1-7B37-37B3B5090C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408A87E3-2751-49E2-8742-1C4C7F76F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2404" y="3459823"/>
            <a:ext cx="5117052" cy="1372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lang="pt-BR" sz="54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Nome do comitê</a:t>
            </a:r>
            <a:br>
              <a:rPr lang="pt-BR"/>
            </a:br>
            <a:r>
              <a:rPr lang="pt-BR"/>
              <a:t>Título 2 linhas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04ED379B-8714-4D74-9184-E9585435D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2404" y="4885845"/>
            <a:ext cx="51156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F82CAEED-833F-4423-9722-90EB2D81FF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2404" y="5328702"/>
            <a:ext cx="51156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Text Pro Light" panose="020B0403020204020203" pitchFamily="34" charset="0"/>
                <a:ea typeface="Itau Text Pro Light" panose="020B0403020204020203" pitchFamily="34" charset="0"/>
                <a:cs typeface="Itau Text Pro Light" panose="020B0403020204020203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XX de XXXXXX de XXXX</a:t>
            </a:r>
          </a:p>
        </p:txBody>
      </p:sp>
      <p:sp>
        <p:nvSpPr>
          <p:cNvPr id="114" name="Espaço Reservado para Texto 113">
            <a:extLst>
              <a:ext uri="{FF2B5EF4-FFF2-40B4-BE49-F238E27FC236}">
                <a16:creationId xmlns:a16="http://schemas.microsoft.com/office/drawing/2014/main" id="{1B7CEB69-A867-2E50-C828-5BBA0EE10B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804" y="2389623"/>
            <a:ext cx="871599" cy="871855"/>
          </a:xfrm>
          <a:custGeom>
            <a:avLst/>
            <a:gdLst>
              <a:gd name="connsiteX0" fmla="*/ 145309 w 871599"/>
              <a:gd name="connsiteY0" fmla="*/ 0 h 871855"/>
              <a:gd name="connsiteX1" fmla="*/ 726290 w 871599"/>
              <a:gd name="connsiteY1" fmla="*/ 0 h 871855"/>
              <a:gd name="connsiteX2" fmla="*/ 871599 w 871599"/>
              <a:gd name="connsiteY2" fmla="*/ 145309 h 871855"/>
              <a:gd name="connsiteX3" fmla="*/ 871599 w 871599"/>
              <a:gd name="connsiteY3" fmla="*/ 726546 h 871855"/>
              <a:gd name="connsiteX4" fmla="*/ 726290 w 871599"/>
              <a:gd name="connsiteY4" fmla="*/ 871855 h 871855"/>
              <a:gd name="connsiteX5" fmla="*/ 145309 w 871599"/>
              <a:gd name="connsiteY5" fmla="*/ 871855 h 871855"/>
              <a:gd name="connsiteX6" fmla="*/ 0 w 871599"/>
              <a:gd name="connsiteY6" fmla="*/ 726546 h 871855"/>
              <a:gd name="connsiteX7" fmla="*/ 0 w 871599"/>
              <a:gd name="connsiteY7" fmla="*/ 145309 h 871855"/>
              <a:gd name="connsiteX8" fmla="*/ 145309 w 871599"/>
              <a:gd name="connsiteY8" fmla="*/ 0 h 87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1599" h="871855">
                <a:moveTo>
                  <a:pt x="145309" y="0"/>
                </a:moveTo>
                <a:lnTo>
                  <a:pt x="726290" y="0"/>
                </a:lnTo>
                <a:cubicBezTo>
                  <a:pt x="806505" y="0"/>
                  <a:pt x="871599" y="65095"/>
                  <a:pt x="871599" y="145309"/>
                </a:cubicBezTo>
                <a:lnTo>
                  <a:pt x="871599" y="726546"/>
                </a:lnTo>
                <a:cubicBezTo>
                  <a:pt x="871599" y="806761"/>
                  <a:pt x="806505" y="871855"/>
                  <a:pt x="726290" y="871855"/>
                </a:cubicBezTo>
                <a:lnTo>
                  <a:pt x="145309" y="871855"/>
                </a:lnTo>
                <a:cubicBezTo>
                  <a:pt x="64838" y="871855"/>
                  <a:pt x="0" y="806761"/>
                  <a:pt x="0" y="726546"/>
                </a:cubicBezTo>
                <a:lnTo>
                  <a:pt x="0" y="145309"/>
                </a:lnTo>
                <a:cubicBezTo>
                  <a:pt x="0" y="65095"/>
                  <a:pt x="64838" y="0"/>
                  <a:pt x="1453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15" name="Espaço Reservado para Texto 114">
            <a:extLst>
              <a:ext uri="{FF2B5EF4-FFF2-40B4-BE49-F238E27FC236}">
                <a16:creationId xmlns:a16="http://schemas.microsoft.com/office/drawing/2014/main" id="{C229C5AA-A0A4-869C-D37D-302B3E22A6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8330" y="2825294"/>
            <a:ext cx="726291" cy="296257"/>
          </a:xfrm>
          <a:custGeom>
            <a:avLst/>
            <a:gdLst>
              <a:gd name="connsiteX0" fmla="*/ 410045 w 726291"/>
              <a:gd name="connsiteY0" fmla="*/ 187339 h 296257"/>
              <a:gd name="connsiteX1" fmla="*/ 396718 w 726291"/>
              <a:gd name="connsiteY1" fmla="*/ 187595 h 296257"/>
              <a:gd name="connsiteX2" fmla="*/ 376729 w 726291"/>
              <a:gd name="connsiteY2" fmla="*/ 189389 h 296257"/>
              <a:gd name="connsiteX3" fmla="*/ 333162 w 726291"/>
              <a:gd name="connsiteY3" fmla="*/ 224499 h 296257"/>
              <a:gd name="connsiteX4" fmla="*/ 364684 w 726291"/>
              <a:gd name="connsiteY4" fmla="*/ 252434 h 296257"/>
              <a:gd name="connsiteX5" fmla="*/ 407995 w 726291"/>
              <a:gd name="connsiteY5" fmla="*/ 224755 h 296257"/>
              <a:gd name="connsiteX6" fmla="*/ 408507 w 726291"/>
              <a:gd name="connsiteY6" fmla="*/ 223730 h 296257"/>
              <a:gd name="connsiteX7" fmla="*/ 409276 w 726291"/>
              <a:gd name="connsiteY7" fmla="*/ 221424 h 296257"/>
              <a:gd name="connsiteX8" fmla="*/ 410301 w 726291"/>
              <a:gd name="connsiteY8" fmla="*/ 210404 h 296257"/>
              <a:gd name="connsiteX9" fmla="*/ 410045 w 726291"/>
              <a:gd name="connsiteY9" fmla="*/ 210404 h 296257"/>
              <a:gd name="connsiteX10" fmla="*/ 510506 w 726291"/>
              <a:gd name="connsiteY10" fmla="*/ 72783 h 296257"/>
              <a:gd name="connsiteX11" fmla="*/ 576626 w 726291"/>
              <a:gd name="connsiteY11" fmla="*/ 72783 h 296257"/>
              <a:gd name="connsiteX12" fmla="*/ 576626 w 726291"/>
              <a:gd name="connsiteY12" fmla="*/ 188108 h 296257"/>
              <a:gd name="connsiteX13" fmla="*/ 616348 w 726291"/>
              <a:gd name="connsiteY13" fmla="*/ 242439 h 296257"/>
              <a:gd name="connsiteX14" fmla="*/ 657097 w 726291"/>
              <a:gd name="connsiteY14" fmla="*/ 214505 h 296257"/>
              <a:gd name="connsiteX15" fmla="*/ 659403 w 726291"/>
              <a:gd name="connsiteY15" fmla="*/ 200666 h 296257"/>
              <a:gd name="connsiteX16" fmla="*/ 659403 w 726291"/>
              <a:gd name="connsiteY16" fmla="*/ 73040 h 296257"/>
              <a:gd name="connsiteX17" fmla="*/ 726291 w 726291"/>
              <a:gd name="connsiteY17" fmla="*/ 73040 h 296257"/>
              <a:gd name="connsiteX18" fmla="*/ 726291 w 726291"/>
              <a:gd name="connsiteY18" fmla="*/ 290876 h 296257"/>
              <a:gd name="connsiteX19" fmla="*/ 672729 w 726291"/>
              <a:gd name="connsiteY19" fmla="*/ 290876 h 296257"/>
              <a:gd name="connsiteX20" fmla="*/ 664272 w 726291"/>
              <a:gd name="connsiteY20" fmla="*/ 259866 h 296257"/>
              <a:gd name="connsiteX21" fmla="*/ 655046 w 726291"/>
              <a:gd name="connsiteY21" fmla="*/ 271142 h 296257"/>
              <a:gd name="connsiteX22" fmla="*/ 640438 w 726291"/>
              <a:gd name="connsiteY22" fmla="*/ 282675 h 296257"/>
              <a:gd name="connsiteX23" fmla="*/ 619680 w 726291"/>
              <a:gd name="connsiteY23" fmla="*/ 291901 h 296257"/>
              <a:gd name="connsiteX24" fmla="*/ 592002 w 726291"/>
              <a:gd name="connsiteY24" fmla="*/ 295745 h 296257"/>
              <a:gd name="connsiteX25" fmla="*/ 559199 w 726291"/>
              <a:gd name="connsiteY25" fmla="*/ 290363 h 296257"/>
              <a:gd name="connsiteX26" fmla="*/ 533571 w 726291"/>
              <a:gd name="connsiteY26" fmla="*/ 273193 h 296257"/>
              <a:gd name="connsiteX27" fmla="*/ 516657 w 726291"/>
              <a:gd name="connsiteY27" fmla="*/ 243721 h 296257"/>
              <a:gd name="connsiteX28" fmla="*/ 510506 w 726291"/>
              <a:gd name="connsiteY28" fmla="*/ 200154 h 296257"/>
              <a:gd name="connsiteX29" fmla="*/ 371603 w 726291"/>
              <a:gd name="connsiteY29" fmla="*/ 66632 h 296257"/>
              <a:gd name="connsiteX30" fmla="*/ 472320 w 726291"/>
              <a:gd name="connsiteY30" fmla="*/ 161968 h 296257"/>
              <a:gd name="connsiteX31" fmla="*/ 472320 w 726291"/>
              <a:gd name="connsiteY31" fmla="*/ 290875 h 296257"/>
              <a:gd name="connsiteX32" fmla="*/ 417221 w 726291"/>
              <a:gd name="connsiteY32" fmla="*/ 290875 h 296257"/>
              <a:gd name="connsiteX33" fmla="*/ 409788 w 726291"/>
              <a:gd name="connsiteY33" fmla="*/ 268323 h 296257"/>
              <a:gd name="connsiteX34" fmla="*/ 409020 w 726291"/>
              <a:gd name="connsiteY34" fmla="*/ 268323 h 296257"/>
              <a:gd name="connsiteX35" fmla="*/ 340850 w 726291"/>
              <a:gd name="connsiteY35" fmla="*/ 296257 h 296257"/>
              <a:gd name="connsiteX36" fmla="*/ 266017 w 726291"/>
              <a:gd name="connsiteY36" fmla="*/ 229625 h 296257"/>
              <a:gd name="connsiteX37" fmla="*/ 408251 w 726291"/>
              <a:gd name="connsiteY37" fmla="*/ 145053 h 296257"/>
              <a:gd name="connsiteX38" fmla="*/ 408251 w 726291"/>
              <a:gd name="connsiteY38" fmla="*/ 142747 h 296257"/>
              <a:gd name="connsiteX39" fmla="*/ 360327 w 726291"/>
              <a:gd name="connsiteY39" fmla="*/ 112506 h 296257"/>
              <a:gd name="connsiteX40" fmla="*/ 294976 w 726291"/>
              <a:gd name="connsiteY40" fmla="*/ 129933 h 296257"/>
              <a:gd name="connsiteX41" fmla="*/ 282162 w 726291"/>
              <a:gd name="connsiteY41" fmla="*/ 87134 h 296257"/>
              <a:gd name="connsiteX42" fmla="*/ 371603 w 726291"/>
              <a:gd name="connsiteY42" fmla="*/ 66632 h 296257"/>
              <a:gd name="connsiteX43" fmla="*/ 634288 w 726291"/>
              <a:gd name="connsiteY43" fmla="*/ 0 h 296257"/>
              <a:gd name="connsiteX44" fmla="*/ 698357 w 726291"/>
              <a:gd name="connsiteY44" fmla="*/ 0 h 296257"/>
              <a:gd name="connsiteX45" fmla="*/ 640695 w 726291"/>
              <a:gd name="connsiteY45" fmla="*/ 58687 h 296257"/>
              <a:gd name="connsiteX46" fmla="*/ 593540 w 726291"/>
              <a:gd name="connsiteY46" fmla="*/ 58687 h 296257"/>
              <a:gd name="connsiteX47" fmla="*/ 131471 w 726291"/>
              <a:gd name="connsiteY47" fmla="*/ 0 h 296257"/>
              <a:gd name="connsiteX48" fmla="*/ 197078 w 726291"/>
              <a:gd name="connsiteY48" fmla="*/ 0 h 296257"/>
              <a:gd name="connsiteX49" fmla="*/ 197078 w 726291"/>
              <a:gd name="connsiteY49" fmla="*/ 72783 h 296257"/>
              <a:gd name="connsiteX50" fmla="*/ 239108 w 726291"/>
              <a:gd name="connsiteY50" fmla="*/ 72783 h 296257"/>
              <a:gd name="connsiteX51" fmla="*/ 239108 w 726291"/>
              <a:gd name="connsiteY51" fmla="*/ 122501 h 296257"/>
              <a:gd name="connsiteX52" fmla="*/ 197078 w 726291"/>
              <a:gd name="connsiteY52" fmla="*/ 122501 h 296257"/>
              <a:gd name="connsiteX53" fmla="*/ 197078 w 726291"/>
              <a:gd name="connsiteY53" fmla="*/ 199641 h 296257"/>
              <a:gd name="connsiteX54" fmla="*/ 226037 w 726291"/>
              <a:gd name="connsiteY54" fmla="*/ 240901 h 296257"/>
              <a:gd name="connsiteX55" fmla="*/ 239876 w 726291"/>
              <a:gd name="connsiteY55" fmla="*/ 239107 h 296257"/>
              <a:gd name="connsiteX56" fmla="*/ 239876 w 726291"/>
              <a:gd name="connsiteY56" fmla="*/ 289594 h 296257"/>
              <a:gd name="connsiteX57" fmla="*/ 203229 w 726291"/>
              <a:gd name="connsiteY57" fmla="*/ 296001 h 296257"/>
              <a:gd name="connsiteX58" fmla="*/ 149923 w 726291"/>
              <a:gd name="connsiteY58" fmla="*/ 275755 h 296257"/>
              <a:gd name="connsiteX59" fmla="*/ 131471 w 726291"/>
              <a:gd name="connsiteY59" fmla="*/ 211173 h 296257"/>
              <a:gd name="connsiteX60" fmla="*/ 131471 w 726291"/>
              <a:gd name="connsiteY60" fmla="*/ 122501 h 296257"/>
              <a:gd name="connsiteX61" fmla="*/ 100461 w 726291"/>
              <a:gd name="connsiteY61" fmla="*/ 122501 h 296257"/>
              <a:gd name="connsiteX62" fmla="*/ 100461 w 726291"/>
              <a:gd name="connsiteY62" fmla="*/ 72783 h 296257"/>
              <a:gd name="connsiteX63" fmla="*/ 131471 w 726291"/>
              <a:gd name="connsiteY63" fmla="*/ 72783 h 296257"/>
              <a:gd name="connsiteX64" fmla="*/ 0 w 726291"/>
              <a:gd name="connsiteY64" fmla="*/ 0 h 296257"/>
              <a:gd name="connsiteX65" fmla="*/ 67657 w 726291"/>
              <a:gd name="connsiteY65" fmla="*/ 0 h 296257"/>
              <a:gd name="connsiteX66" fmla="*/ 67657 w 726291"/>
              <a:gd name="connsiteY66" fmla="*/ 290619 h 296257"/>
              <a:gd name="connsiteX67" fmla="*/ 0 w 726291"/>
              <a:gd name="connsiteY67" fmla="*/ 290619 h 29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26291" h="296257">
                <a:moveTo>
                  <a:pt x="410045" y="187339"/>
                </a:moveTo>
                <a:cubicBezTo>
                  <a:pt x="405432" y="187339"/>
                  <a:pt x="401075" y="187339"/>
                  <a:pt x="396718" y="187595"/>
                </a:cubicBezTo>
                <a:cubicBezTo>
                  <a:pt x="389543" y="187851"/>
                  <a:pt x="382879" y="188364"/>
                  <a:pt x="376729" y="189389"/>
                </a:cubicBezTo>
                <a:cubicBezTo>
                  <a:pt x="350589" y="193490"/>
                  <a:pt x="333162" y="203997"/>
                  <a:pt x="333162" y="224499"/>
                </a:cubicBezTo>
                <a:cubicBezTo>
                  <a:pt x="333162" y="242695"/>
                  <a:pt x="345976" y="252434"/>
                  <a:pt x="364684" y="252434"/>
                </a:cubicBezTo>
                <a:cubicBezTo>
                  <a:pt x="385955" y="252434"/>
                  <a:pt x="402100" y="238851"/>
                  <a:pt x="407995" y="224755"/>
                </a:cubicBezTo>
                <a:cubicBezTo>
                  <a:pt x="408251" y="224499"/>
                  <a:pt x="408251" y="223987"/>
                  <a:pt x="408507" y="223730"/>
                </a:cubicBezTo>
                <a:cubicBezTo>
                  <a:pt x="408763" y="223474"/>
                  <a:pt x="409276" y="221937"/>
                  <a:pt x="409276" y="221424"/>
                </a:cubicBezTo>
                <a:cubicBezTo>
                  <a:pt x="410045" y="217836"/>
                  <a:pt x="410301" y="213992"/>
                  <a:pt x="410301" y="210404"/>
                </a:cubicBezTo>
                <a:lnTo>
                  <a:pt x="410045" y="210404"/>
                </a:lnTo>
                <a:close/>
                <a:moveTo>
                  <a:pt x="510506" y="72783"/>
                </a:moveTo>
                <a:lnTo>
                  <a:pt x="576626" y="72783"/>
                </a:lnTo>
                <a:lnTo>
                  <a:pt x="576626" y="188108"/>
                </a:lnTo>
                <a:cubicBezTo>
                  <a:pt x="576626" y="222193"/>
                  <a:pt x="588671" y="242439"/>
                  <a:pt x="616348" y="242439"/>
                </a:cubicBezTo>
                <a:cubicBezTo>
                  <a:pt x="638388" y="242439"/>
                  <a:pt x="651715" y="227575"/>
                  <a:pt x="657097" y="214505"/>
                </a:cubicBezTo>
                <a:cubicBezTo>
                  <a:pt x="658890" y="210405"/>
                  <a:pt x="659403" y="205791"/>
                  <a:pt x="659403" y="200666"/>
                </a:cubicBezTo>
                <a:lnTo>
                  <a:pt x="659403" y="73040"/>
                </a:lnTo>
                <a:lnTo>
                  <a:pt x="726291" y="73040"/>
                </a:lnTo>
                <a:lnTo>
                  <a:pt x="726291" y="290876"/>
                </a:lnTo>
                <a:lnTo>
                  <a:pt x="672729" y="290876"/>
                </a:lnTo>
                <a:lnTo>
                  <a:pt x="664272" y="259866"/>
                </a:lnTo>
                <a:cubicBezTo>
                  <a:pt x="661966" y="263198"/>
                  <a:pt x="658890" y="267042"/>
                  <a:pt x="655046" y="271142"/>
                </a:cubicBezTo>
                <a:cubicBezTo>
                  <a:pt x="651202" y="275243"/>
                  <a:pt x="646333" y="279087"/>
                  <a:pt x="640438" y="282675"/>
                </a:cubicBezTo>
                <a:cubicBezTo>
                  <a:pt x="634801" y="286263"/>
                  <a:pt x="627625" y="289338"/>
                  <a:pt x="619680" y="291901"/>
                </a:cubicBezTo>
                <a:cubicBezTo>
                  <a:pt x="611736" y="294464"/>
                  <a:pt x="602509" y="295745"/>
                  <a:pt x="592002" y="295745"/>
                </a:cubicBezTo>
                <a:cubicBezTo>
                  <a:pt x="580213" y="295745"/>
                  <a:pt x="569193" y="293951"/>
                  <a:pt x="559199" y="290363"/>
                </a:cubicBezTo>
                <a:cubicBezTo>
                  <a:pt x="549204" y="286776"/>
                  <a:pt x="540747" y="280881"/>
                  <a:pt x="533571" y="273193"/>
                </a:cubicBezTo>
                <a:cubicBezTo>
                  <a:pt x="526395" y="265504"/>
                  <a:pt x="520757" y="255766"/>
                  <a:pt x="516657" y="243721"/>
                </a:cubicBezTo>
                <a:cubicBezTo>
                  <a:pt x="512556" y="231676"/>
                  <a:pt x="510506" y="217324"/>
                  <a:pt x="510506" y="200154"/>
                </a:cubicBezTo>
                <a:close/>
                <a:moveTo>
                  <a:pt x="371603" y="66632"/>
                </a:moveTo>
                <a:cubicBezTo>
                  <a:pt x="446436" y="66632"/>
                  <a:pt x="472320" y="109430"/>
                  <a:pt x="472320" y="161968"/>
                </a:cubicBezTo>
                <a:lnTo>
                  <a:pt x="472320" y="290875"/>
                </a:lnTo>
                <a:lnTo>
                  <a:pt x="417221" y="290875"/>
                </a:lnTo>
                <a:lnTo>
                  <a:pt x="409788" y="268323"/>
                </a:lnTo>
                <a:lnTo>
                  <a:pt x="409020" y="268323"/>
                </a:lnTo>
                <a:cubicBezTo>
                  <a:pt x="394156" y="285750"/>
                  <a:pt x="369809" y="296257"/>
                  <a:pt x="340850" y="296257"/>
                </a:cubicBezTo>
                <a:cubicBezTo>
                  <a:pt x="292413" y="296257"/>
                  <a:pt x="266017" y="262685"/>
                  <a:pt x="266017" y="229625"/>
                </a:cubicBezTo>
                <a:cubicBezTo>
                  <a:pt x="266017" y="173244"/>
                  <a:pt x="320348" y="144797"/>
                  <a:pt x="408251" y="145053"/>
                </a:cubicBezTo>
                <a:lnTo>
                  <a:pt x="408251" y="142747"/>
                </a:lnTo>
                <a:cubicBezTo>
                  <a:pt x="408251" y="132495"/>
                  <a:pt x="400050" y="112506"/>
                  <a:pt x="360327" y="112506"/>
                </a:cubicBezTo>
                <a:cubicBezTo>
                  <a:pt x="336493" y="112506"/>
                  <a:pt x="310353" y="120707"/>
                  <a:pt x="294976" y="129933"/>
                </a:cubicBezTo>
                <a:lnTo>
                  <a:pt x="282162" y="87134"/>
                </a:lnTo>
                <a:cubicBezTo>
                  <a:pt x="299077" y="77396"/>
                  <a:pt x="330086" y="66632"/>
                  <a:pt x="371603" y="66632"/>
                </a:cubicBezTo>
                <a:close/>
                <a:moveTo>
                  <a:pt x="634288" y="0"/>
                </a:moveTo>
                <a:lnTo>
                  <a:pt x="698357" y="0"/>
                </a:lnTo>
                <a:lnTo>
                  <a:pt x="640695" y="58687"/>
                </a:lnTo>
                <a:lnTo>
                  <a:pt x="593540" y="58687"/>
                </a:lnTo>
                <a:close/>
                <a:moveTo>
                  <a:pt x="131471" y="0"/>
                </a:moveTo>
                <a:lnTo>
                  <a:pt x="197078" y="0"/>
                </a:lnTo>
                <a:lnTo>
                  <a:pt x="197078" y="72783"/>
                </a:lnTo>
                <a:lnTo>
                  <a:pt x="239108" y="72783"/>
                </a:lnTo>
                <a:lnTo>
                  <a:pt x="239108" y="122501"/>
                </a:lnTo>
                <a:lnTo>
                  <a:pt x="197078" y="122501"/>
                </a:lnTo>
                <a:lnTo>
                  <a:pt x="197078" y="199641"/>
                </a:lnTo>
                <a:cubicBezTo>
                  <a:pt x="197078" y="226294"/>
                  <a:pt x="202460" y="240901"/>
                  <a:pt x="226037" y="240901"/>
                </a:cubicBezTo>
                <a:cubicBezTo>
                  <a:pt x="232701" y="240901"/>
                  <a:pt x="238082" y="239876"/>
                  <a:pt x="239876" y="239107"/>
                </a:cubicBezTo>
                <a:lnTo>
                  <a:pt x="239876" y="289594"/>
                </a:lnTo>
                <a:cubicBezTo>
                  <a:pt x="230906" y="292926"/>
                  <a:pt x="223218" y="296001"/>
                  <a:pt x="203229" y="296001"/>
                </a:cubicBezTo>
                <a:cubicBezTo>
                  <a:pt x="179907" y="296001"/>
                  <a:pt x="160943" y="287544"/>
                  <a:pt x="149923" y="275755"/>
                </a:cubicBezTo>
                <a:cubicBezTo>
                  <a:pt x="137365" y="262429"/>
                  <a:pt x="131471" y="240389"/>
                  <a:pt x="131471" y="211173"/>
                </a:cubicBezTo>
                <a:lnTo>
                  <a:pt x="131471" y="122501"/>
                </a:lnTo>
                <a:lnTo>
                  <a:pt x="100461" y="122501"/>
                </a:lnTo>
                <a:lnTo>
                  <a:pt x="100461" y="72783"/>
                </a:lnTo>
                <a:lnTo>
                  <a:pt x="131471" y="72783"/>
                </a:lnTo>
                <a:close/>
                <a:moveTo>
                  <a:pt x="0" y="0"/>
                </a:moveTo>
                <a:lnTo>
                  <a:pt x="67657" y="0"/>
                </a:lnTo>
                <a:lnTo>
                  <a:pt x="67657" y="290619"/>
                </a:lnTo>
                <a:lnTo>
                  <a:pt x="0" y="29061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25" name="Espaço Reservado para Texto 124">
            <a:extLst>
              <a:ext uri="{FF2B5EF4-FFF2-40B4-BE49-F238E27FC236}">
                <a16:creationId xmlns:a16="http://schemas.microsoft.com/office/drawing/2014/main" id="{8A181733-D60B-C02E-B884-2715D84415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4386" y="4"/>
            <a:ext cx="3557614" cy="6857996"/>
          </a:xfrm>
          <a:custGeom>
            <a:avLst/>
            <a:gdLst>
              <a:gd name="connsiteX0" fmla="*/ 2966448 w 3557614"/>
              <a:gd name="connsiteY0" fmla="*/ 0 h 6857996"/>
              <a:gd name="connsiteX1" fmla="*/ 3557614 w 3557614"/>
              <a:gd name="connsiteY1" fmla="*/ 0 h 6857996"/>
              <a:gd name="connsiteX2" fmla="*/ 3557614 w 3557614"/>
              <a:gd name="connsiteY2" fmla="*/ 6857996 h 6857996"/>
              <a:gd name="connsiteX3" fmla="*/ 2966444 w 3557614"/>
              <a:gd name="connsiteY3" fmla="*/ 6857996 h 6857996"/>
              <a:gd name="connsiteX4" fmla="*/ 2860837 w 3557614"/>
              <a:gd name="connsiteY4" fmla="*/ 6767246 h 6857996"/>
              <a:gd name="connsiteX5" fmla="*/ 337580 w 3557614"/>
              <a:gd name="connsiteY5" fmla="*/ 4243990 h 6857996"/>
              <a:gd name="connsiteX6" fmla="*/ 337580 w 3557614"/>
              <a:gd name="connsiteY6" fmla="*/ 2614011 h 6857996"/>
              <a:gd name="connsiteX7" fmla="*/ 2860837 w 3557614"/>
              <a:gd name="connsiteY7" fmla="*/ 90754 h 6857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7614" h="6857996">
                <a:moveTo>
                  <a:pt x="2966448" y="0"/>
                </a:moveTo>
                <a:lnTo>
                  <a:pt x="3557614" y="0"/>
                </a:lnTo>
                <a:lnTo>
                  <a:pt x="3557614" y="6857996"/>
                </a:lnTo>
                <a:lnTo>
                  <a:pt x="2966444" y="6857996"/>
                </a:lnTo>
                <a:lnTo>
                  <a:pt x="2860837" y="6767246"/>
                </a:lnTo>
                <a:lnTo>
                  <a:pt x="337580" y="4243990"/>
                </a:lnTo>
                <a:cubicBezTo>
                  <a:pt x="-112526" y="3793883"/>
                  <a:pt x="-112526" y="3064117"/>
                  <a:pt x="337580" y="2614011"/>
                </a:cubicBezTo>
                <a:lnTo>
                  <a:pt x="2860837" y="90754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39" name="Espaço Reservado para Texto 138">
            <a:extLst>
              <a:ext uri="{FF2B5EF4-FFF2-40B4-BE49-F238E27FC236}">
                <a16:creationId xmlns:a16="http://schemas.microsoft.com/office/drawing/2014/main" id="{BA74C2BA-F6D4-DA37-7C38-6BA1E81377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1688" y="0"/>
            <a:ext cx="1530121" cy="663667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40" name="Espaço Reservado para Texto 139">
            <a:extLst>
              <a:ext uri="{FF2B5EF4-FFF2-40B4-BE49-F238E27FC236}">
                <a16:creationId xmlns:a16="http://schemas.microsoft.com/office/drawing/2014/main" id="{484EC423-36FA-89E0-41A5-6A8599813F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4297" y="-59350"/>
            <a:ext cx="5586121" cy="2422896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143" name="Espaço Reservado para Texto 142">
            <a:extLst>
              <a:ext uri="{FF2B5EF4-FFF2-40B4-BE49-F238E27FC236}">
                <a16:creationId xmlns:a16="http://schemas.microsoft.com/office/drawing/2014/main" id="{131FCDCE-0A1D-CAC1-9D2F-44769AB6FB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 flipV="1">
            <a:off x="5099215" y="4690937"/>
            <a:ext cx="4996284" cy="2167063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solidFill>
            <a:srgbClr val="071A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pt-BR" sz="1800" dirty="0">
                <a:noFill/>
                <a:latin typeface="+mn-lt"/>
                <a:cs typeface="+mn-cs"/>
              </a:defRPr>
            </a:lvl1pPr>
          </a:lstStyle>
          <a:p>
            <a:pPr marL="0" lvl="0" algn="ctr"/>
            <a:endParaRPr lang="pt-BR"/>
          </a:p>
        </p:txBody>
      </p:sp>
      <p:sp>
        <p:nvSpPr>
          <p:cNvPr id="144" name="Espaço Reservado para Texto 143">
            <a:extLst>
              <a:ext uri="{FF2B5EF4-FFF2-40B4-BE49-F238E27FC236}">
                <a16:creationId xmlns:a16="http://schemas.microsoft.com/office/drawing/2014/main" id="{8DBE3F45-C350-9F76-AB4C-4EA5FB460B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7974" y="3139618"/>
            <a:ext cx="578766" cy="578765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  <p:sp>
        <p:nvSpPr>
          <p:cNvPr id="151" name="Espaço Reservado para Texto 150">
            <a:extLst>
              <a:ext uri="{FF2B5EF4-FFF2-40B4-BE49-F238E27FC236}">
                <a16:creationId xmlns:a16="http://schemas.microsoft.com/office/drawing/2014/main" id="{8DC47F45-51B1-FB28-967A-D011C7A9C3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5356" y="0"/>
            <a:ext cx="2793052" cy="685800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gradFill>
              <a:gsLst>
                <a:gs pos="4000">
                  <a:schemeClr val="accent5"/>
                </a:gs>
                <a:gs pos="86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 dirty="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142" name="Espaço Reservado para Texto 141">
            <a:extLst>
              <a:ext uri="{FF2B5EF4-FFF2-40B4-BE49-F238E27FC236}">
                <a16:creationId xmlns:a16="http://schemas.microsoft.com/office/drawing/2014/main" id="{A07497F3-1C1E-266E-B675-DDFBAF9F0F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1368" y="5540291"/>
            <a:ext cx="1100940" cy="1100939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916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D79128-3A3A-E8F1-7B37-37B3B5090C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408A87E3-2751-49E2-8742-1C4C7F76F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104" y="2909432"/>
            <a:ext cx="5117052" cy="1372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lang="pt-BR" sz="54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Nome do comitê</a:t>
            </a:r>
            <a:br>
              <a:rPr lang="pt-BR"/>
            </a:br>
            <a:r>
              <a:rPr lang="pt-BR"/>
              <a:t>Título 2 linhas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04ED379B-8714-4D74-9184-E9585435D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5104" y="4335454"/>
            <a:ext cx="51156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F82CAEED-833F-4423-9722-90EB2D81FF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104" y="4778311"/>
            <a:ext cx="51156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Text Pro Light" panose="020B0403020204020203" pitchFamily="34" charset="0"/>
                <a:ea typeface="Itau Text Pro Light" panose="020B0403020204020203" pitchFamily="34" charset="0"/>
                <a:cs typeface="Itau Text Pro Light" panose="020B0403020204020203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XX de XXXXXX de XXXX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641790C-BC35-BF15-D6E3-E3E4824F24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4386" y="4"/>
            <a:ext cx="3557614" cy="6857996"/>
          </a:xfrm>
          <a:custGeom>
            <a:avLst/>
            <a:gdLst>
              <a:gd name="connsiteX0" fmla="*/ 2966448 w 3557614"/>
              <a:gd name="connsiteY0" fmla="*/ 0 h 6857996"/>
              <a:gd name="connsiteX1" fmla="*/ 3557614 w 3557614"/>
              <a:gd name="connsiteY1" fmla="*/ 0 h 6857996"/>
              <a:gd name="connsiteX2" fmla="*/ 3557614 w 3557614"/>
              <a:gd name="connsiteY2" fmla="*/ 6857996 h 6857996"/>
              <a:gd name="connsiteX3" fmla="*/ 2966444 w 3557614"/>
              <a:gd name="connsiteY3" fmla="*/ 6857996 h 6857996"/>
              <a:gd name="connsiteX4" fmla="*/ 2860837 w 3557614"/>
              <a:gd name="connsiteY4" fmla="*/ 6767246 h 6857996"/>
              <a:gd name="connsiteX5" fmla="*/ 337580 w 3557614"/>
              <a:gd name="connsiteY5" fmla="*/ 4243990 h 6857996"/>
              <a:gd name="connsiteX6" fmla="*/ 337580 w 3557614"/>
              <a:gd name="connsiteY6" fmla="*/ 2614011 h 6857996"/>
              <a:gd name="connsiteX7" fmla="*/ 2860837 w 3557614"/>
              <a:gd name="connsiteY7" fmla="*/ 90754 h 6857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7614" h="6857996">
                <a:moveTo>
                  <a:pt x="2966448" y="0"/>
                </a:moveTo>
                <a:lnTo>
                  <a:pt x="3557614" y="0"/>
                </a:lnTo>
                <a:lnTo>
                  <a:pt x="3557614" y="6857996"/>
                </a:lnTo>
                <a:lnTo>
                  <a:pt x="2966444" y="6857996"/>
                </a:lnTo>
                <a:lnTo>
                  <a:pt x="2860837" y="6767246"/>
                </a:lnTo>
                <a:lnTo>
                  <a:pt x="337580" y="4243990"/>
                </a:lnTo>
                <a:cubicBezTo>
                  <a:pt x="-112526" y="3793883"/>
                  <a:pt x="-112526" y="3064117"/>
                  <a:pt x="337580" y="2614011"/>
                </a:cubicBezTo>
                <a:lnTo>
                  <a:pt x="2860837" y="90754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3C8B393-91A1-75CF-D792-6B2426C50D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05157" y="0"/>
            <a:ext cx="1530121" cy="663667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.\\\\\\\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1C5CAA4-1240-1934-8869-C5F42FCB5A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4297" y="-59350"/>
            <a:ext cx="5586121" cy="2422896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1995A005-2DDB-E23A-8CCB-BAB2D4FCE8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 flipV="1">
            <a:off x="5099215" y="4690937"/>
            <a:ext cx="4996284" cy="2167063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solidFill>
            <a:srgbClr val="071A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pt-BR" sz="1800" dirty="0">
                <a:noFill/>
                <a:latin typeface="+mn-lt"/>
                <a:cs typeface="+mn-cs"/>
              </a:defRPr>
            </a:lvl1pPr>
          </a:lstStyle>
          <a:p>
            <a:pPr marL="0" lvl="0" algn="ctr"/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B3D54E55-4743-3CE2-0B27-9D78B1CF14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7974" y="3139618"/>
            <a:ext cx="578766" cy="578765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C79E18ED-349E-6D52-14E8-05C1B4A82B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5356" y="0"/>
            <a:ext cx="2793052" cy="685800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gradFill>
              <a:gsLst>
                <a:gs pos="4000">
                  <a:schemeClr val="accent5"/>
                </a:gs>
                <a:gs pos="86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5F4CA48-D3B7-18B1-CA58-2BC5290B9D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20470" y="3002774"/>
            <a:ext cx="871599" cy="871855"/>
          </a:xfrm>
          <a:custGeom>
            <a:avLst/>
            <a:gdLst>
              <a:gd name="connsiteX0" fmla="*/ 145309 w 871599"/>
              <a:gd name="connsiteY0" fmla="*/ 0 h 871855"/>
              <a:gd name="connsiteX1" fmla="*/ 726290 w 871599"/>
              <a:gd name="connsiteY1" fmla="*/ 0 h 871855"/>
              <a:gd name="connsiteX2" fmla="*/ 871599 w 871599"/>
              <a:gd name="connsiteY2" fmla="*/ 145309 h 871855"/>
              <a:gd name="connsiteX3" fmla="*/ 871599 w 871599"/>
              <a:gd name="connsiteY3" fmla="*/ 726546 h 871855"/>
              <a:gd name="connsiteX4" fmla="*/ 726290 w 871599"/>
              <a:gd name="connsiteY4" fmla="*/ 871855 h 871855"/>
              <a:gd name="connsiteX5" fmla="*/ 145309 w 871599"/>
              <a:gd name="connsiteY5" fmla="*/ 871855 h 871855"/>
              <a:gd name="connsiteX6" fmla="*/ 0 w 871599"/>
              <a:gd name="connsiteY6" fmla="*/ 726546 h 871855"/>
              <a:gd name="connsiteX7" fmla="*/ 0 w 871599"/>
              <a:gd name="connsiteY7" fmla="*/ 145309 h 871855"/>
              <a:gd name="connsiteX8" fmla="*/ 145309 w 871599"/>
              <a:gd name="connsiteY8" fmla="*/ 0 h 87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1599" h="871855">
                <a:moveTo>
                  <a:pt x="145309" y="0"/>
                </a:moveTo>
                <a:lnTo>
                  <a:pt x="726290" y="0"/>
                </a:lnTo>
                <a:cubicBezTo>
                  <a:pt x="806505" y="0"/>
                  <a:pt x="871599" y="65095"/>
                  <a:pt x="871599" y="145309"/>
                </a:cubicBezTo>
                <a:lnTo>
                  <a:pt x="871599" y="726546"/>
                </a:lnTo>
                <a:cubicBezTo>
                  <a:pt x="871599" y="806761"/>
                  <a:pt x="806505" y="871855"/>
                  <a:pt x="726290" y="871855"/>
                </a:cubicBezTo>
                <a:lnTo>
                  <a:pt x="145309" y="871855"/>
                </a:lnTo>
                <a:cubicBezTo>
                  <a:pt x="64838" y="871855"/>
                  <a:pt x="0" y="806761"/>
                  <a:pt x="0" y="726546"/>
                </a:cubicBezTo>
                <a:lnTo>
                  <a:pt x="0" y="145309"/>
                </a:lnTo>
                <a:cubicBezTo>
                  <a:pt x="0" y="65095"/>
                  <a:pt x="64838" y="0"/>
                  <a:pt x="1453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220CF21-3459-B4E3-2106-26E46965F1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92996" y="3438445"/>
            <a:ext cx="726291" cy="296257"/>
          </a:xfrm>
          <a:custGeom>
            <a:avLst/>
            <a:gdLst>
              <a:gd name="connsiteX0" fmla="*/ 410045 w 726291"/>
              <a:gd name="connsiteY0" fmla="*/ 187339 h 296257"/>
              <a:gd name="connsiteX1" fmla="*/ 396718 w 726291"/>
              <a:gd name="connsiteY1" fmla="*/ 187595 h 296257"/>
              <a:gd name="connsiteX2" fmla="*/ 376729 w 726291"/>
              <a:gd name="connsiteY2" fmla="*/ 189389 h 296257"/>
              <a:gd name="connsiteX3" fmla="*/ 333162 w 726291"/>
              <a:gd name="connsiteY3" fmla="*/ 224499 h 296257"/>
              <a:gd name="connsiteX4" fmla="*/ 364684 w 726291"/>
              <a:gd name="connsiteY4" fmla="*/ 252434 h 296257"/>
              <a:gd name="connsiteX5" fmla="*/ 407995 w 726291"/>
              <a:gd name="connsiteY5" fmla="*/ 224755 h 296257"/>
              <a:gd name="connsiteX6" fmla="*/ 408507 w 726291"/>
              <a:gd name="connsiteY6" fmla="*/ 223730 h 296257"/>
              <a:gd name="connsiteX7" fmla="*/ 409276 w 726291"/>
              <a:gd name="connsiteY7" fmla="*/ 221424 h 296257"/>
              <a:gd name="connsiteX8" fmla="*/ 410301 w 726291"/>
              <a:gd name="connsiteY8" fmla="*/ 210404 h 296257"/>
              <a:gd name="connsiteX9" fmla="*/ 410045 w 726291"/>
              <a:gd name="connsiteY9" fmla="*/ 210404 h 296257"/>
              <a:gd name="connsiteX10" fmla="*/ 510506 w 726291"/>
              <a:gd name="connsiteY10" fmla="*/ 72783 h 296257"/>
              <a:gd name="connsiteX11" fmla="*/ 576626 w 726291"/>
              <a:gd name="connsiteY11" fmla="*/ 72783 h 296257"/>
              <a:gd name="connsiteX12" fmla="*/ 576626 w 726291"/>
              <a:gd name="connsiteY12" fmla="*/ 188108 h 296257"/>
              <a:gd name="connsiteX13" fmla="*/ 616348 w 726291"/>
              <a:gd name="connsiteY13" fmla="*/ 242439 h 296257"/>
              <a:gd name="connsiteX14" fmla="*/ 657097 w 726291"/>
              <a:gd name="connsiteY14" fmla="*/ 214505 h 296257"/>
              <a:gd name="connsiteX15" fmla="*/ 659403 w 726291"/>
              <a:gd name="connsiteY15" fmla="*/ 200666 h 296257"/>
              <a:gd name="connsiteX16" fmla="*/ 659403 w 726291"/>
              <a:gd name="connsiteY16" fmla="*/ 73040 h 296257"/>
              <a:gd name="connsiteX17" fmla="*/ 726291 w 726291"/>
              <a:gd name="connsiteY17" fmla="*/ 73040 h 296257"/>
              <a:gd name="connsiteX18" fmla="*/ 726291 w 726291"/>
              <a:gd name="connsiteY18" fmla="*/ 290876 h 296257"/>
              <a:gd name="connsiteX19" fmla="*/ 672729 w 726291"/>
              <a:gd name="connsiteY19" fmla="*/ 290876 h 296257"/>
              <a:gd name="connsiteX20" fmla="*/ 664272 w 726291"/>
              <a:gd name="connsiteY20" fmla="*/ 259866 h 296257"/>
              <a:gd name="connsiteX21" fmla="*/ 655046 w 726291"/>
              <a:gd name="connsiteY21" fmla="*/ 271142 h 296257"/>
              <a:gd name="connsiteX22" fmla="*/ 640438 w 726291"/>
              <a:gd name="connsiteY22" fmla="*/ 282675 h 296257"/>
              <a:gd name="connsiteX23" fmla="*/ 619680 w 726291"/>
              <a:gd name="connsiteY23" fmla="*/ 291901 h 296257"/>
              <a:gd name="connsiteX24" fmla="*/ 592002 w 726291"/>
              <a:gd name="connsiteY24" fmla="*/ 295745 h 296257"/>
              <a:gd name="connsiteX25" fmla="*/ 559199 w 726291"/>
              <a:gd name="connsiteY25" fmla="*/ 290363 h 296257"/>
              <a:gd name="connsiteX26" fmla="*/ 533571 w 726291"/>
              <a:gd name="connsiteY26" fmla="*/ 273193 h 296257"/>
              <a:gd name="connsiteX27" fmla="*/ 516657 w 726291"/>
              <a:gd name="connsiteY27" fmla="*/ 243721 h 296257"/>
              <a:gd name="connsiteX28" fmla="*/ 510506 w 726291"/>
              <a:gd name="connsiteY28" fmla="*/ 200154 h 296257"/>
              <a:gd name="connsiteX29" fmla="*/ 371603 w 726291"/>
              <a:gd name="connsiteY29" fmla="*/ 66632 h 296257"/>
              <a:gd name="connsiteX30" fmla="*/ 472320 w 726291"/>
              <a:gd name="connsiteY30" fmla="*/ 161968 h 296257"/>
              <a:gd name="connsiteX31" fmla="*/ 472320 w 726291"/>
              <a:gd name="connsiteY31" fmla="*/ 290875 h 296257"/>
              <a:gd name="connsiteX32" fmla="*/ 417221 w 726291"/>
              <a:gd name="connsiteY32" fmla="*/ 290875 h 296257"/>
              <a:gd name="connsiteX33" fmla="*/ 409788 w 726291"/>
              <a:gd name="connsiteY33" fmla="*/ 268323 h 296257"/>
              <a:gd name="connsiteX34" fmla="*/ 409020 w 726291"/>
              <a:gd name="connsiteY34" fmla="*/ 268323 h 296257"/>
              <a:gd name="connsiteX35" fmla="*/ 340850 w 726291"/>
              <a:gd name="connsiteY35" fmla="*/ 296257 h 296257"/>
              <a:gd name="connsiteX36" fmla="*/ 266017 w 726291"/>
              <a:gd name="connsiteY36" fmla="*/ 229625 h 296257"/>
              <a:gd name="connsiteX37" fmla="*/ 408251 w 726291"/>
              <a:gd name="connsiteY37" fmla="*/ 145053 h 296257"/>
              <a:gd name="connsiteX38" fmla="*/ 408251 w 726291"/>
              <a:gd name="connsiteY38" fmla="*/ 142747 h 296257"/>
              <a:gd name="connsiteX39" fmla="*/ 360327 w 726291"/>
              <a:gd name="connsiteY39" fmla="*/ 112506 h 296257"/>
              <a:gd name="connsiteX40" fmla="*/ 294976 w 726291"/>
              <a:gd name="connsiteY40" fmla="*/ 129933 h 296257"/>
              <a:gd name="connsiteX41" fmla="*/ 282162 w 726291"/>
              <a:gd name="connsiteY41" fmla="*/ 87134 h 296257"/>
              <a:gd name="connsiteX42" fmla="*/ 371603 w 726291"/>
              <a:gd name="connsiteY42" fmla="*/ 66632 h 296257"/>
              <a:gd name="connsiteX43" fmla="*/ 634288 w 726291"/>
              <a:gd name="connsiteY43" fmla="*/ 0 h 296257"/>
              <a:gd name="connsiteX44" fmla="*/ 698357 w 726291"/>
              <a:gd name="connsiteY44" fmla="*/ 0 h 296257"/>
              <a:gd name="connsiteX45" fmla="*/ 640695 w 726291"/>
              <a:gd name="connsiteY45" fmla="*/ 58687 h 296257"/>
              <a:gd name="connsiteX46" fmla="*/ 593540 w 726291"/>
              <a:gd name="connsiteY46" fmla="*/ 58687 h 296257"/>
              <a:gd name="connsiteX47" fmla="*/ 131471 w 726291"/>
              <a:gd name="connsiteY47" fmla="*/ 0 h 296257"/>
              <a:gd name="connsiteX48" fmla="*/ 197078 w 726291"/>
              <a:gd name="connsiteY48" fmla="*/ 0 h 296257"/>
              <a:gd name="connsiteX49" fmla="*/ 197078 w 726291"/>
              <a:gd name="connsiteY49" fmla="*/ 72783 h 296257"/>
              <a:gd name="connsiteX50" fmla="*/ 239108 w 726291"/>
              <a:gd name="connsiteY50" fmla="*/ 72783 h 296257"/>
              <a:gd name="connsiteX51" fmla="*/ 239108 w 726291"/>
              <a:gd name="connsiteY51" fmla="*/ 122501 h 296257"/>
              <a:gd name="connsiteX52" fmla="*/ 197078 w 726291"/>
              <a:gd name="connsiteY52" fmla="*/ 122501 h 296257"/>
              <a:gd name="connsiteX53" fmla="*/ 197078 w 726291"/>
              <a:gd name="connsiteY53" fmla="*/ 199641 h 296257"/>
              <a:gd name="connsiteX54" fmla="*/ 226037 w 726291"/>
              <a:gd name="connsiteY54" fmla="*/ 240901 h 296257"/>
              <a:gd name="connsiteX55" fmla="*/ 239876 w 726291"/>
              <a:gd name="connsiteY55" fmla="*/ 239107 h 296257"/>
              <a:gd name="connsiteX56" fmla="*/ 239876 w 726291"/>
              <a:gd name="connsiteY56" fmla="*/ 289594 h 296257"/>
              <a:gd name="connsiteX57" fmla="*/ 203229 w 726291"/>
              <a:gd name="connsiteY57" fmla="*/ 296001 h 296257"/>
              <a:gd name="connsiteX58" fmla="*/ 149923 w 726291"/>
              <a:gd name="connsiteY58" fmla="*/ 275755 h 296257"/>
              <a:gd name="connsiteX59" fmla="*/ 131471 w 726291"/>
              <a:gd name="connsiteY59" fmla="*/ 211173 h 296257"/>
              <a:gd name="connsiteX60" fmla="*/ 131471 w 726291"/>
              <a:gd name="connsiteY60" fmla="*/ 122501 h 296257"/>
              <a:gd name="connsiteX61" fmla="*/ 100461 w 726291"/>
              <a:gd name="connsiteY61" fmla="*/ 122501 h 296257"/>
              <a:gd name="connsiteX62" fmla="*/ 100461 w 726291"/>
              <a:gd name="connsiteY62" fmla="*/ 72783 h 296257"/>
              <a:gd name="connsiteX63" fmla="*/ 131471 w 726291"/>
              <a:gd name="connsiteY63" fmla="*/ 72783 h 296257"/>
              <a:gd name="connsiteX64" fmla="*/ 0 w 726291"/>
              <a:gd name="connsiteY64" fmla="*/ 0 h 296257"/>
              <a:gd name="connsiteX65" fmla="*/ 67657 w 726291"/>
              <a:gd name="connsiteY65" fmla="*/ 0 h 296257"/>
              <a:gd name="connsiteX66" fmla="*/ 67657 w 726291"/>
              <a:gd name="connsiteY66" fmla="*/ 290619 h 296257"/>
              <a:gd name="connsiteX67" fmla="*/ 0 w 726291"/>
              <a:gd name="connsiteY67" fmla="*/ 290619 h 29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26291" h="296257">
                <a:moveTo>
                  <a:pt x="410045" y="187339"/>
                </a:moveTo>
                <a:cubicBezTo>
                  <a:pt x="405432" y="187339"/>
                  <a:pt x="401075" y="187339"/>
                  <a:pt x="396718" y="187595"/>
                </a:cubicBezTo>
                <a:cubicBezTo>
                  <a:pt x="389543" y="187851"/>
                  <a:pt x="382879" y="188364"/>
                  <a:pt x="376729" y="189389"/>
                </a:cubicBezTo>
                <a:cubicBezTo>
                  <a:pt x="350589" y="193490"/>
                  <a:pt x="333162" y="203997"/>
                  <a:pt x="333162" y="224499"/>
                </a:cubicBezTo>
                <a:cubicBezTo>
                  <a:pt x="333162" y="242695"/>
                  <a:pt x="345976" y="252434"/>
                  <a:pt x="364684" y="252434"/>
                </a:cubicBezTo>
                <a:cubicBezTo>
                  <a:pt x="385955" y="252434"/>
                  <a:pt x="402100" y="238851"/>
                  <a:pt x="407995" y="224755"/>
                </a:cubicBezTo>
                <a:cubicBezTo>
                  <a:pt x="408251" y="224499"/>
                  <a:pt x="408251" y="223987"/>
                  <a:pt x="408507" y="223730"/>
                </a:cubicBezTo>
                <a:cubicBezTo>
                  <a:pt x="408763" y="223474"/>
                  <a:pt x="409276" y="221937"/>
                  <a:pt x="409276" y="221424"/>
                </a:cubicBezTo>
                <a:cubicBezTo>
                  <a:pt x="410045" y="217836"/>
                  <a:pt x="410301" y="213992"/>
                  <a:pt x="410301" y="210404"/>
                </a:cubicBezTo>
                <a:lnTo>
                  <a:pt x="410045" y="210404"/>
                </a:lnTo>
                <a:close/>
                <a:moveTo>
                  <a:pt x="510506" y="72783"/>
                </a:moveTo>
                <a:lnTo>
                  <a:pt x="576626" y="72783"/>
                </a:lnTo>
                <a:lnTo>
                  <a:pt x="576626" y="188108"/>
                </a:lnTo>
                <a:cubicBezTo>
                  <a:pt x="576626" y="222193"/>
                  <a:pt x="588671" y="242439"/>
                  <a:pt x="616348" y="242439"/>
                </a:cubicBezTo>
                <a:cubicBezTo>
                  <a:pt x="638388" y="242439"/>
                  <a:pt x="651715" y="227575"/>
                  <a:pt x="657097" y="214505"/>
                </a:cubicBezTo>
                <a:cubicBezTo>
                  <a:pt x="658890" y="210405"/>
                  <a:pt x="659403" y="205791"/>
                  <a:pt x="659403" y="200666"/>
                </a:cubicBezTo>
                <a:lnTo>
                  <a:pt x="659403" y="73040"/>
                </a:lnTo>
                <a:lnTo>
                  <a:pt x="726291" y="73040"/>
                </a:lnTo>
                <a:lnTo>
                  <a:pt x="726291" y="290876"/>
                </a:lnTo>
                <a:lnTo>
                  <a:pt x="672729" y="290876"/>
                </a:lnTo>
                <a:lnTo>
                  <a:pt x="664272" y="259866"/>
                </a:lnTo>
                <a:cubicBezTo>
                  <a:pt x="661966" y="263198"/>
                  <a:pt x="658890" y="267042"/>
                  <a:pt x="655046" y="271142"/>
                </a:cubicBezTo>
                <a:cubicBezTo>
                  <a:pt x="651202" y="275243"/>
                  <a:pt x="646333" y="279087"/>
                  <a:pt x="640438" y="282675"/>
                </a:cubicBezTo>
                <a:cubicBezTo>
                  <a:pt x="634801" y="286263"/>
                  <a:pt x="627625" y="289338"/>
                  <a:pt x="619680" y="291901"/>
                </a:cubicBezTo>
                <a:cubicBezTo>
                  <a:pt x="611736" y="294464"/>
                  <a:pt x="602509" y="295745"/>
                  <a:pt x="592002" y="295745"/>
                </a:cubicBezTo>
                <a:cubicBezTo>
                  <a:pt x="580213" y="295745"/>
                  <a:pt x="569193" y="293951"/>
                  <a:pt x="559199" y="290363"/>
                </a:cubicBezTo>
                <a:cubicBezTo>
                  <a:pt x="549204" y="286776"/>
                  <a:pt x="540747" y="280881"/>
                  <a:pt x="533571" y="273193"/>
                </a:cubicBezTo>
                <a:cubicBezTo>
                  <a:pt x="526395" y="265504"/>
                  <a:pt x="520757" y="255766"/>
                  <a:pt x="516657" y="243721"/>
                </a:cubicBezTo>
                <a:cubicBezTo>
                  <a:pt x="512556" y="231676"/>
                  <a:pt x="510506" y="217324"/>
                  <a:pt x="510506" y="200154"/>
                </a:cubicBezTo>
                <a:close/>
                <a:moveTo>
                  <a:pt x="371603" y="66632"/>
                </a:moveTo>
                <a:cubicBezTo>
                  <a:pt x="446436" y="66632"/>
                  <a:pt x="472320" y="109430"/>
                  <a:pt x="472320" y="161968"/>
                </a:cubicBezTo>
                <a:lnTo>
                  <a:pt x="472320" y="290875"/>
                </a:lnTo>
                <a:lnTo>
                  <a:pt x="417221" y="290875"/>
                </a:lnTo>
                <a:lnTo>
                  <a:pt x="409788" y="268323"/>
                </a:lnTo>
                <a:lnTo>
                  <a:pt x="409020" y="268323"/>
                </a:lnTo>
                <a:cubicBezTo>
                  <a:pt x="394156" y="285750"/>
                  <a:pt x="369809" y="296257"/>
                  <a:pt x="340850" y="296257"/>
                </a:cubicBezTo>
                <a:cubicBezTo>
                  <a:pt x="292413" y="296257"/>
                  <a:pt x="266017" y="262685"/>
                  <a:pt x="266017" y="229625"/>
                </a:cubicBezTo>
                <a:cubicBezTo>
                  <a:pt x="266017" y="173244"/>
                  <a:pt x="320348" y="144797"/>
                  <a:pt x="408251" y="145053"/>
                </a:cubicBezTo>
                <a:lnTo>
                  <a:pt x="408251" y="142747"/>
                </a:lnTo>
                <a:cubicBezTo>
                  <a:pt x="408251" y="132495"/>
                  <a:pt x="400050" y="112506"/>
                  <a:pt x="360327" y="112506"/>
                </a:cubicBezTo>
                <a:cubicBezTo>
                  <a:pt x="336493" y="112506"/>
                  <a:pt x="310353" y="120707"/>
                  <a:pt x="294976" y="129933"/>
                </a:cubicBezTo>
                <a:lnTo>
                  <a:pt x="282162" y="87134"/>
                </a:lnTo>
                <a:cubicBezTo>
                  <a:pt x="299077" y="77396"/>
                  <a:pt x="330086" y="66632"/>
                  <a:pt x="371603" y="66632"/>
                </a:cubicBezTo>
                <a:close/>
                <a:moveTo>
                  <a:pt x="634288" y="0"/>
                </a:moveTo>
                <a:lnTo>
                  <a:pt x="698357" y="0"/>
                </a:lnTo>
                <a:lnTo>
                  <a:pt x="640695" y="58687"/>
                </a:lnTo>
                <a:lnTo>
                  <a:pt x="593540" y="58687"/>
                </a:lnTo>
                <a:close/>
                <a:moveTo>
                  <a:pt x="131471" y="0"/>
                </a:moveTo>
                <a:lnTo>
                  <a:pt x="197078" y="0"/>
                </a:lnTo>
                <a:lnTo>
                  <a:pt x="197078" y="72783"/>
                </a:lnTo>
                <a:lnTo>
                  <a:pt x="239108" y="72783"/>
                </a:lnTo>
                <a:lnTo>
                  <a:pt x="239108" y="122501"/>
                </a:lnTo>
                <a:lnTo>
                  <a:pt x="197078" y="122501"/>
                </a:lnTo>
                <a:lnTo>
                  <a:pt x="197078" y="199641"/>
                </a:lnTo>
                <a:cubicBezTo>
                  <a:pt x="197078" y="226294"/>
                  <a:pt x="202460" y="240901"/>
                  <a:pt x="226037" y="240901"/>
                </a:cubicBezTo>
                <a:cubicBezTo>
                  <a:pt x="232701" y="240901"/>
                  <a:pt x="238082" y="239876"/>
                  <a:pt x="239876" y="239107"/>
                </a:cubicBezTo>
                <a:lnTo>
                  <a:pt x="239876" y="289594"/>
                </a:lnTo>
                <a:cubicBezTo>
                  <a:pt x="230906" y="292926"/>
                  <a:pt x="223218" y="296001"/>
                  <a:pt x="203229" y="296001"/>
                </a:cubicBezTo>
                <a:cubicBezTo>
                  <a:pt x="179907" y="296001"/>
                  <a:pt x="160943" y="287544"/>
                  <a:pt x="149923" y="275755"/>
                </a:cubicBezTo>
                <a:cubicBezTo>
                  <a:pt x="137365" y="262429"/>
                  <a:pt x="131471" y="240389"/>
                  <a:pt x="131471" y="211173"/>
                </a:cubicBezTo>
                <a:lnTo>
                  <a:pt x="131471" y="122501"/>
                </a:lnTo>
                <a:lnTo>
                  <a:pt x="100461" y="122501"/>
                </a:lnTo>
                <a:lnTo>
                  <a:pt x="100461" y="72783"/>
                </a:lnTo>
                <a:lnTo>
                  <a:pt x="131471" y="72783"/>
                </a:lnTo>
                <a:close/>
                <a:moveTo>
                  <a:pt x="0" y="0"/>
                </a:moveTo>
                <a:lnTo>
                  <a:pt x="67657" y="0"/>
                </a:lnTo>
                <a:lnTo>
                  <a:pt x="67657" y="290619"/>
                </a:lnTo>
                <a:lnTo>
                  <a:pt x="0" y="29061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5049A4DF-F9AB-2EF3-27AA-962933F33B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1368" y="5540291"/>
            <a:ext cx="1100940" cy="1100939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657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D79128-3A3A-E8F1-7B37-37B3B5090C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96D67F2B-5590-F929-A4B1-122B260DC3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00250" y="0"/>
            <a:ext cx="10191750" cy="6858000"/>
          </a:xfrm>
          <a:prstGeom prst="rect">
            <a:avLst/>
          </a:prstGeom>
        </p:spPr>
        <p:txBody>
          <a:bodyPr lIns="5400000" tIns="0" rIns="0" bIns="0" anchor="ctr"/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/>
            </a:lvl1pPr>
          </a:lstStyle>
          <a:p>
            <a:r>
              <a:rPr lang="pt-BR"/>
              <a:t>Clique aqui para</a:t>
            </a:r>
            <a:br>
              <a:rPr lang="pt-BR"/>
            </a:br>
            <a:r>
              <a:rPr lang="pt-BR"/>
              <a:t>inserir uma imagem</a:t>
            </a:r>
          </a:p>
        </p:txBody>
      </p:sp>
      <p:sp>
        <p:nvSpPr>
          <p:cNvPr id="130" name="Espaço Reservado para Texto 129">
            <a:extLst>
              <a:ext uri="{FF2B5EF4-FFF2-40B4-BE49-F238E27FC236}">
                <a16:creationId xmlns:a16="http://schemas.microsoft.com/office/drawing/2014/main" id="{CEDCD2A5-ED19-8641-CC63-B28CCA88A6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0"/>
            <a:ext cx="6835611" cy="6858000"/>
          </a:xfrm>
          <a:custGeom>
            <a:avLst/>
            <a:gdLst>
              <a:gd name="connsiteX0" fmla="*/ 0 w 6835611"/>
              <a:gd name="connsiteY0" fmla="*/ 0 h 6858000"/>
              <a:gd name="connsiteX1" fmla="*/ 2992076 w 6835611"/>
              <a:gd name="connsiteY1" fmla="*/ 0 h 6858000"/>
              <a:gd name="connsiteX2" fmla="*/ 6417309 w 6835611"/>
              <a:gd name="connsiteY2" fmla="*/ 3425233 h 6858000"/>
              <a:gd name="connsiteX3" fmla="*/ 6417309 w 6835611"/>
              <a:gd name="connsiteY3" fmla="*/ 5444977 h 6858000"/>
              <a:gd name="connsiteX4" fmla="*/ 5004286 w 6835611"/>
              <a:gd name="connsiteY4" fmla="*/ 6858000 h 6858000"/>
              <a:gd name="connsiteX5" fmla="*/ 0 w 6835611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5611" h="6858000">
                <a:moveTo>
                  <a:pt x="0" y="0"/>
                </a:moveTo>
                <a:lnTo>
                  <a:pt x="2992076" y="0"/>
                </a:lnTo>
                <a:lnTo>
                  <a:pt x="6417309" y="3425233"/>
                </a:lnTo>
                <a:cubicBezTo>
                  <a:pt x="6975046" y="3982970"/>
                  <a:pt x="6975046" y="4887241"/>
                  <a:pt x="6417309" y="5444977"/>
                </a:cubicBezTo>
                <a:lnTo>
                  <a:pt x="500428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740077B2-A944-151B-1047-143F3F9CBA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104" y="3598307"/>
            <a:ext cx="5117052" cy="1372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lang="pt-BR" sz="54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Nome do comitê</a:t>
            </a:r>
            <a:br>
              <a:rPr lang="pt-BR"/>
            </a:br>
            <a:r>
              <a:rPr lang="pt-BR"/>
              <a:t>Título 2 linhas</a:t>
            </a:r>
          </a:p>
        </p:txBody>
      </p:sp>
      <p:sp>
        <p:nvSpPr>
          <p:cNvPr id="12" name="Espaço Reservado para Texto 7">
            <a:extLst>
              <a:ext uri="{FF2B5EF4-FFF2-40B4-BE49-F238E27FC236}">
                <a16:creationId xmlns:a16="http://schemas.microsoft.com/office/drawing/2014/main" id="{3C15E8C2-7D30-CAE1-A702-1589872C84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5104" y="5024329"/>
            <a:ext cx="51156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+mn-lt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CCF181D4-89A8-ADA5-39BC-10C8F134D0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104" y="5467186"/>
            <a:ext cx="51156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XX de XXXXXX de XXXX</a:t>
            </a:r>
          </a:p>
        </p:txBody>
      </p:sp>
      <p:sp>
        <p:nvSpPr>
          <p:cNvPr id="105" name="Espaço Reservado para Texto 104">
            <a:extLst>
              <a:ext uri="{FF2B5EF4-FFF2-40B4-BE49-F238E27FC236}">
                <a16:creationId xmlns:a16="http://schemas.microsoft.com/office/drawing/2014/main" id="{7509C3F8-1E87-5DF3-97EF-5B6A0A1E44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9304" y="2456298"/>
            <a:ext cx="871599" cy="871855"/>
          </a:xfrm>
          <a:custGeom>
            <a:avLst/>
            <a:gdLst>
              <a:gd name="connsiteX0" fmla="*/ 145309 w 871599"/>
              <a:gd name="connsiteY0" fmla="*/ 0 h 871855"/>
              <a:gd name="connsiteX1" fmla="*/ 726290 w 871599"/>
              <a:gd name="connsiteY1" fmla="*/ 0 h 871855"/>
              <a:gd name="connsiteX2" fmla="*/ 871599 w 871599"/>
              <a:gd name="connsiteY2" fmla="*/ 145309 h 871855"/>
              <a:gd name="connsiteX3" fmla="*/ 871599 w 871599"/>
              <a:gd name="connsiteY3" fmla="*/ 726546 h 871855"/>
              <a:gd name="connsiteX4" fmla="*/ 726290 w 871599"/>
              <a:gd name="connsiteY4" fmla="*/ 871855 h 871855"/>
              <a:gd name="connsiteX5" fmla="*/ 145309 w 871599"/>
              <a:gd name="connsiteY5" fmla="*/ 871855 h 871855"/>
              <a:gd name="connsiteX6" fmla="*/ 0 w 871599"/>
              <a:gd name="connsiteY6" fmla="*/ 726546 h 871855"/>
              <a:gd name="connsiteX7" fmla="*/ 0 w 871599"/>
              <a:gd name="connsiteY7" fmla="*/ 145309 h 871855"/>
              <a:gd name="connsiteX8" fmla="*/ 145309 w 871599"/>
              <a:gd name="connsiteY8" fmla="*/ 0 h 87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1599" h="871855">
                <a:moveTo>
                  <a:pt x="145309" y="0"/>
                </a:moveTo>
                <a:lnTo>
                  <a:pt x="726290" y="0"/>
                </a:lnTo>
                <a:cubicBezTo>
                  <a:pt x="806505" y="0"/>
                  <a:pt x="871599" y="65095"/>
                  <a:pt x="871599" y="145309"/>
                </a:cubicBezTo>
                <a:lnTo>
                  <a:pt x="871599" y="726546"/>
                </a:lnTo>
                <a:cubicBezTo>
                  <a:pt x="871599" y="806761"/>
                  <a:pt x="806505" y="871855"/>
                  <a:pt x="726290" y="871855"/>
                </a:cubicBezTo>
                <a:lnTo>
                  <a:pt x="145309" y="871855"/>
                </a:lnTo>
                <a:cubicBezTo>
                  <a:pt x="64838" y="871855"/>
                  <a:pt x="0" y="806761"/>
                  <a:pt x="0" y="726546"/>
                </a:cubicBezTo>
                <a:lnTo>
                  <a:pt x="0" y="145309"/>
                </a:lnTo>
                <a:cubicBezTo>
                  <a:pt x="0" y="65095"/>
                  <a:pt x="64838" y="0"/>
                  <a:pt x="1453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17" name="Espaço Reservado para Texto 116">
            <a:extLst>
              <a:ext uri="{FF2B5EF4-FFF2-40B4-BE49-F238E27FC236}">
                <a16:creationId xmlns:a16="http://schemas.microsoft.com/office/drawing/2014/main" id="{3969A6F5-668F-BB26-7D5C-4299C68F51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1830" y="2891969"/>
            <a:ext cx="726291" cy="296257"/>
          </a:xfrm>
          <a:custGeom>
            <a:avLst/>
            <a:gdLst>
              <a:gd name="connsiteX0" fmla="*/ 410045 w 726291"/>
              <a:gd name="connsiteY0" fmla="*/ 187339 h 296257"/>
              <a:gd name="connsiteX1" fmla="*/ 396718 w 726291"/>
              <a:gd name="connsiteY1" fmla="*/ 187595 h 296257"/>
              <a:gd name="connsiteX2" fmla="*/ 376729 w 726291"/>
              <a:gd name="connsiteY2" fmla="*/ 189389 h 296257"/>
              <a:gd name="connsiteX3" fmla="*/ 333162 w 726291"/>
              <a:gd name="connsiteY3" fmla="*/ 224499 h 296257"/>
              <a:gd name="connsiteX4" fmla="*/ 364684 w 726291"/>
              <a:gd name="connsiteY4" fmla="*/ 252434 h 296257"/>
              <a:gd name="connsiteX5" fmla="*/ 407995 w 726291"/>
              <a:gd name="connsiteY5" fmla="*/ 224755 h 296257"/>
              <a:gd name="connsiteX6" fmla="*/ 408507 w 726291"/>
              <a:gd name="connsiteY6" fmla="*/ 223730 h 296257"/>
              <a:gd name="connsiteX7" fmla="*/ 409276 w 726291"/>
              <a:gd name="connsiteY7" fmla="*/ 221424 h 296257"/>
              <a:gd name="connsiteX8" fmla="*/ 410301 w 726291"/>
              <a:gd name="connsiteY8" fmla="*/ 210404 h 296257"/>
              <a:gd name="connsiteX9" fmla="*/ 410045 w 726291"/>
              <a:gd name="connsiteY9" fmla="*/ 210404 h 296257"/>
              <a:gd name="connsiteX10" fmla="*/ 510506 w 726291"/>
              <a:gd name="connsiteY10" fmla="*/ 72783 h 296257"/>
              <a:gd name="connsiteX11" fmla="*/ 576626 w 726291"/>
              <a:gd name="connsiteY11" fmla="*/ 72783 h 296257"/>
              <a:gd name="connsiteX12" fmla="*/ 576626 w 726291"/>
              <a:gd name="connsiteY12" fmla="*/ 188108 h 296257"/>
              <a:gd name="connsiteX13" fmla="*/ 616348 w 726291"/>
              <a:gd name="connsiteY13" fmla="*/ 242439 h 296257"/>
              <a:gd name="connsiteX14" fmla="*/ 657097 w 726291"/>
              <a:gd name="connsiteY14" fmla="*/ 214505 h 296257"/>
              <a:gd name="connsiteX15" fmla="*/ 659403 w 726291"/>
              <a:gd name="connsiteY15" fmla="*/ 200666 h 296257"/>
              <a:gd name="connsiteX16" fmla="*/ 659403 w 726291"/>
              <a:gd name="connsiteY16" fmla="*/ 73040 h 296257"/>
              <a:gd name="connsiteX17" fmla="*/ 726291 w 726291"/>
              <a:gd name="connsiteY17" fmla="*/ 73040 h 296257"/>
              <a:gd name="connsiteX18" fmla="*/ 726291 w 726291"/>
              <a:gd name="connsiteY18" fmla="*/ 290876 h 296257"/>
              <a:gd name="connsiteX19" fmla="*/ 672729 w 726291"/>
              <a:gd name="connsiteY19" fmla="*/ 290876 h 296257"/>
              <a:gd name="connsiteX20" fmla="*/ 664272 w 726291"/>
              <a:gd name="connsiteY20" fmla="*/ 259866 h 296257"/>
              <a:gd name="connsiteX21" fmla="*/ 655046 w 726291"/>
              <a:gd name="connsiteY21" fmla="*/ 271142 h 296257"/>
              <a:gd name="connsiteX22" fmla="*/ 640438 w 726291"/>
              <a:gd name="connsiteY22" fmla="*/ 282675 h 296257"/>
              <a:gd name="connsiteX23" fmla="*/ 619680 w 726291"/>
              <a:gd name="connsiteY23" fmla="*/ 291901 h 296257"/>
              <a:gd name="connsiteX24" fmla="*/ 592002 w 726291"/>
              <a:gd name="connsiteY24" fmla="*/ 295745 h 296257"/>
              <a:gd name="connsiteX25" fmla="*/ 559199 w 726291"/>
              <a:gd name="connsiteY25" fmla="*/ 290363 h 296257"/>
              <a:gd name="connsiteX26" fmla="*/ 533571 w 726291"/>
              <a:gd name="connsiteY26" fmla="*/ 273193 h 296257"/>
              <a:gd name="connsiteX27" fmla="*/ 516657 w 726291"/>
              <a:gd name="connsiteY27" fmla="*/ 243721 h 296257"/>
              <a:gd name="connsiteX28" fmla="*/ 510506 w 726291"/>
              <a:gd name="connsiteY28" fmla="*/ 200154 h 296257"/>
              <a:gd name="connsiteX29" fmla="*/ 371603 w 726291"/>
              <a:gd name="connsiteY29" fmla="*/ 66632 h 296257"/>
              <a:gd name="connsiteX30" fmla="*/ 472320 w 726291"/>
              <a:gd name="connsiteY30" fmla="*/ 161968 h 296257"/>
              <a:gd name="connsiteX31" fmla="*/ 472320 w 726291"/>
              <a:gd name="connsiteY31" fmla="*/ 290875 h 296257"/>
              <a:gd name="connsiteX32" fmla="*/ 417221 w 726291"/>
              <a:gd name="connsiteY32" fmla="*/ 290875 h 296257"/>
              <a:gd name="connsiteX33" fmla="*/ 409788 w 726291"/>
              <a:gd name="connsiteY33" fmla="*/ 268323 h 296257"/>
              <a:gd name="connsiteX34" fmla="*/ 409020 w 726291"/>
              <a:gd name="connsiteY34" fmla="*/ 268323 h 296257"/>
              <a:gd name="connsiteX35" fmla="*/ 340850 w 726291"/>
              <a:gd name="connsiteY35" fmla="*/ 296257 h 296257"/>
              <a:gd name="connsiteX36" fmla="*/ 266017 w 726291"/>
              <a:gd name="connsiteY36" fmla="*/ 229625 h 296257"/>
              <a:gd name="connsiteX37" fmla="*/ 408251 w 726291"/>
              <a:gd name="connsiteY37" fmla="*/ 145053 h 296257"/>
              <a:gd name="connsiteX38" fmla="*/ 408251 w 726291"/>
              <a:gd name="connsiteY38" fmla="*/ 142747 h 296257"/>
              <a:gd name="connsiteX39" fmla="*/ 360327 w 726291"/>
              <a:gd name="connsiteY39" fmla="*/ 112506 h 296257"/>
              <a:gd name="connsiteX40" fmla="*/ 294976 w 726291"/>
              <a:gd name="connsiteY40" fmla="*/ 129933 h 296257"/>
              <a:gd name="connsiteX41" fmla="*/ 282162 w 726291"/>
              <a:gd name="connsiteY41" fmla="*/ 87134 h 296257"/>
              <a:gd name="connsiteX42" fmla="*/ 371603 w 726291"/>
              <a:gd name="connsiteY42" fmla="*/ 66632 h 296257"/>
              <a:gd name="connsiteX43" fmla="*/ 634288 w 726291"/>
              <a:gd name="connsiteY43" fmla="*/ 0 h 296257"/>
              <a:gd name="connsiteX44" fmla="*/ 698357 w 726291"/>
              <a:gd name="connsiteY44" fmla="*/ 0 h 296257"/>
              <a:gd name="connsiteX45" fmla="*/ 640695 w 726291"/>
              <a:gd name="connsiteY45" fmla="*/ 58687 h 296257"/>
              <a:gd name="connsiteX46" fmla="*/ 593540 w 726291"/>
              <a:gd name="connsiteY46" fmla="*/ 58687 h 296257"/>
              <a:gd name="connsiteX47" fmla="*/ 131471 w 726291"/>
              <a:gd name="connsiteY47" fmla="*/ 0 h 296257"/>
              <a:gd name="connsiteX48" fmla="*/ 197078 w 726291"/>
              <a:gd name="connsiteY48" fmla="*/ 0 h 296257"/>
              <a:gd name="connsiteX49" fmla="*/ 197078 w 726291"/>
              <a:gd name="connsiteY49" fmla="*/ 72783 h 296257"/>
              <a:gd name="connsiteX50" fmla="*/ 239108 w 726291"/>
              <a:gd name="connsiteY50" fmla="*/ 72783 h 296257"/>
              <a:gd name="connsiteX51" fmla="*/ 239108 w 726291"/>
              <a:gd name="connsiteY51" fmla="*/ 122501 h 296257"/>
              <a:gd name="connsiteX52" fmla="*/ 197078 w 726291"/>
              <a:gd name="connsiteY52" fmla="*/ 122501 h 296257"/>
              <a:gd name="connsiteX53" fmla="*/ 197078 w 726291"/>
              <a:gd name="connsiteY53" fmla="*/ 199641 h 296257"/>
              <a:gd name="connsiteX54" fmla="*/ 226037 w 726291"/>
              <a:gd name="connsiteY54" fmla="*/ 240901 h 296257"/>
              <a:gd name="connsiteX55" fmla="*/ 239876 w 726291"/>
              <a:gd name="connsiteY55" fmla="*/ 239107 h 296257"/>
              <a:gd name="connsiteX56" fmla="*/ 239876 w 726291"/>
              <a:gd name="connsiteY56" fmla="*/ 289594 h 296257"/>
              <a:gd name="connsiteX57" fmla="*/ 203229 w 726291"/>
              <a:gd name="connsiteY57" fmla="*/ 296001 h 296257"/>
              <a:gd name="connsiteX58" fmla="*/ 149923 w 726291"/>
              <a:gd name="connsiteY58" fmla="*/ 275755 h 296257"/>
              <a:gd name="connsiteX59" fmla="*/ 131471 w 726291"/>
              <a:gd name="connsiteY59" fmla="*/ 211173 h 296257"/>
              <a:gd name="connsiteX60" fmla="*/ 131471 w 726291"/>
              <a:gd name="connsiteY60" fmla="*/ 122501 h 296257"/>
              <a:gd name="connsiteX61" fmla="*/ 100461 w 726291"/>
              <a:gd name="connsiteY61" fmla="*/ 122501 h 296257"/>
              <a:gd name="connsiteX62" fmla="*/ 100461 w 726291"/>
              <a:gd name="connsiteY62" fmla="*/ 72783 h 296257"/>
              <a:gd name="connsiteX63" fmla="*/ 131471 w 726291"/>
              <a:gd name="connsiteY63" fmla="*/ 72783 h 296257"/>
              <a:gd name="connsiteX64" fmla="*/ 0 w 726291"/>
              <a:gd name="connsiteY64" fmla="*/ 0 h 296257"/>
              <a:gd name="connsiteX65" fmla="*/ 67657 w 726291"/>
              <a:gd name="connsiteY65" fmla="*/ 0 h 296257"/>
              <a:gd name="connsiteX66" fmla="*/ 67657 w 726291"/>
              <a:gd name="connsiteY66" fmla="*/ 290619 h 296257"/>
              <a:gd name="connsiteX67" fmla="*/ 0 w 726291"/>
              <a:gd name="connsiteY67" fmla="*/ 290619 h 29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26291" h="296257">
                <a:moveTo>
                  <a:pt x="410045" y="187339"/>
                </a:moveTo>
                <a:cubicBezTo>
                  <a:pt x="405432" y="187339"/>
                  <a:pt x="401075" y="187339"/>
                  <a:pt x="396718" y="187595"/>
                </a:cubicBezTo>
                <a:cubicBezTo>
                  <a:pt x="389543" y="187851"/>
                  <a:pt x="382879" y="188364"/>
                  <a:pt x="376729" y="189389"/>
                </a:cubicBezTo>
                <a:cubicBezTo>
                  <a:pt x="350589" y="193490"/>
                  <a:pt x="333162" y="203997"/>
                  <a:pt x="333162" y="224499"/>
                </a:cubicBezTo>
                <a:cubicBezTo>
                  <a:pt x="333162" y="242695"/>
                  <a:pt x="345976" y="252434"/>
                  <a:pt x="364684" y="252434"/>
                </a:cubicBezTo>
                <a:cubicBezTo>
                  <a:pt x="385955" y="252434"/>
                  <a:pt x="402100" y="238851"/>
                  <a:pt x="407995" y="224755"/>
                </a:cubicBezTo>
                <a:cubicBezTo>
                  <a:pt x="408251" y="224499"/>
                  <a:pt x="408251" y="223987"/>
                  <a:pt x="408507" y="223730"/>
                </a:cubicBezTo>
                <a:cubicBezTo>
                  <a:pt x="408763" y="223474"/>
                  <a:pt x="409276" y="221937"/>
                  <a:pt x="409276" y="221424"/>
                </a:cubicBezTo>
                <a:cubicBezTo>
                  <a:pt x="410045" y="217836"/>
                  <a:pt x="410301" y="213992"/>
                  <a:pt x="410301" y="210404"/>
                </a:cubicBezTo>
                <a:lnTo>
                  <a:pt x="410045" y="210404"/>
                </a:lnTo>
                <a:close/>
                <a:moveTo>
                  <a:pt x="510506" y="72783"/>
                </a:moveTo>
                <a:lnTo>
                  <a:pt x="576626" y="72783"/>
                </a:lnTo>
                <a:lnTo>
                  <a:pt x="576626" y="188108"/>
                </a:lnTo>
                <a:cubicBezTo>
                  <a:pt x="576626" y="222193"/>
                  <a:pt x="588671" y="242439"/>
                  <a:pt x="616348" y="242439"/>
                </a:cubicBezTo>
                <a:cubicBezTo>
                  <a:pt x="638388" y="242439"/>
                  <a:pt x="651715" y="227575"/>
                  <a:pt x="657097" y="214505"/>
                </a:cubicBezTo>
                <a:cubicBezTo>
                  <a:pt x="658890" y="210405"/>
                  <a:pt x="659403" y="205791"/>
                  <a:pt x="659403" y="200666"/>
                </a:cubicBezTo>
                <a:lnTo>
                  <a:pt x="659403" y="73040"/>
                </a:lnTo>
                <a:lnTo>
                  <a:pt x="726291" y="73040"/>
                </a:lnTo>
                <a:lnTo>
                  <a:pt x="726291" y="290876"/>
                </a:lnTo>
                <a:lnTo>
                  <a:pt x="672729" y="290876"/>
                </a:lnTo>
                <a:lnTo>
                  <a:pt x="664272" y="259866"/>
                </a:lnTo>
                <a:cubicBezTo>
                  <a:pt x="661966" y="263198"/>
                  <a:pt x="658890" y="267042"/>
                  <a:pt x="655046" y="271142"/>
                </a:cubicBezTo>
                <a:cubicBezTo>
                  <a:pt x="651202" y="275243"/>
                  <a:pt x="646333" y="279087"/>
                  <a:pt x="640438" y="282675"/>
                </a:cubicBezTo>
                <a:cubicBezTo>
                  <a:pt x="634801" y="286263"/>
                  <a:pt x="627625" y="289338"/>
                  <a:pt x="619680" y="291901"/>
                </a:cubicBezTo>
                <a:cubicBezTo>
                  <a:pt x="611736" y="294464"/>
                  <a:pt x="602509" y="295745"/>
                  <a:pt x="592002" y="295745"/>
                </a:cubicBezTo>
                <a:cubicBezTo>
                  <a:pt x="580213" y="295745"/>
                  <a:pt x="569193" y="293951"/>
                  <a:pt x="559199" y="290363"/>
                </a:cubicBezTo>
                <a:cubicBezTo>
                  <a:pt x="549204" y="286776"/>
                  <a:pt x="540747" y="280881"/>
                  <a:pt x="533571" y="273193"/>
                </a:cubicBezTo>
                <a:cubicBezTo>
                  <a:pt x="526395" y="265504"/>
                  <a:pt x="520757" y="255766"/>
                  <a:pt x="516657" y="243721"/>
                </a:cubicBezTo>
                <a:cubicBezTo>
                  <a:pt x="512556" y="231676"/>
                  <a:pt x="510506" y="217324"/>
                  <a:pt x="510506" y="200154"/>
                </a:cubicBezTo>
                <a:close/>
                <a:moveTo>
                  <a:pt x="371603" y="66632"/>
                </a:moveTo>
                <a:cubicBezTo>
                  <a:pt x="446436" y="66632"/>
                  <a:pt x="472320" y="109430"/>
                  <a:pt x="472320" y="161968"/>
                </a:cubicBezTo>
                <a:lnTo>
                  <a:pt x="472320" y="290875"/>
                </a:lnTo>
                <a:lnTo>
                  <a:pt x="417221" y="290875"/>
                </a:lnTo>
                <a:lnTo>
                  <a:pt x="409788" y="268323"/>
                </a:lnTo>
                <a:lnTo>
                  <a:pt x="409020" y="268323"/>
                </a:lnTo>
                <a:cubicBezTo>
                  <a:pt x="394156" y="285750"/>
                  <a:pt x="369809" y="296257"/>
                  <a:pt x="340850" y="296257"/>
                </a:cubicBezTo>
                <a:cubicBezTo>
                  <a:pt x="292413" y="296257"/>
                  <a:pt x="266017" y="262685"/>
                  <a:pt x="266017" y="229625"/>
                </a:cubicBezTo>
                <a:cubicBezTo>
                  <a:pt x="266017" y="173244"/>
                  <a:pt x="320348" y="144797"/>
                  <a:pt x="408251" y="145053"/>
                </a:cubicBezTo>
                <a:lnTo>
                  <a:pt x="408251" y="142747"/>
                </a:lnTo>
                <a:cubicBezTo>
                  <a:pt x="408251" y="132495"/>
                  <a:pt x="400050" y="112506"/>
                  <a:pt x="360327" y="112506"/>
                </a:cubicBezTo>
                <a:cubicBezTo>
                  <a:pt x="336493" y="112506"/>
                  <a:pt x="310353" y="120707"/>
                  <a:pt x="294976" y="129933"/>
                </a:cubicBezTo>
                <a:lnTo>
                  <a:pt x="282162" y="87134"/>
                </a:lnTo>
                <a:cubicBezTo>
                  <a:pt x="299077" y="77396"/>
                  <a:pt x="330086" y="66632"/>
                  <a:pt x="371603" y="66632"/>
                </a:cubicBezTo>
                <a:close/>
                <a:moveTo>
                  <a:pt x="634288" y="0"/>
                </a:moveTo>
                <a:lnTo>
                  <a:pt x="698357" y="0"/>
                </a:lnTo>
                <a:lnTo>
                  <a:pt x="640695" y="58687"/>
                </a:lnTo>
                <a:lnTo>
                  <a:pt x="593540" y="58687"/>
                </a:lnTo>
                <a:close/>
                <a:moveTo>
                  <a:pt x="131471" y="0"/>
                </a:moveTo>
                <a:lnTo>
                  <a:pt x="197078" y="0"/>
                </a:lnTo>
                <a:lnTo>
                  <a:pt x="197078" y="72783"/>
                </a:lnTo>
                <a:lnTo>
                  <a:pt x="239108" y="72783"/>
                </a:lnTo>
                <a:lnTo>
                  <a:pt x="239108" y="122501"/>
                </a:lnTo>
                <a:lnTo>
                  <a:pt x="197078" y="122501"/>
                </a:lnTo>
                <a:lnTo>
                  <a:pt x="197078" y="199641"/>
                </a:lnTo>
                <a:cubicBezTo>
                  <a:pt x="197078" y="226294"/>
                  <a:pt x="202460" y="240901"/>
                  <a:pt x="226037" y="240901"/>
                </a:cubicBezTo>
                <a:cubicBezTo>
                  <a:pt x="232701" y="240901"/>
                  <a:pt x="238082" y="239876"/>
                  <a:pt x="239876" y="239107"/>
                </a:cubicBezTo>
                <a:lnTo>
                  <a:pt x="239876" y="289594"/>
                </a:lnTo>
                <a:cubicBezTo>
                  <a:pt x="230906" y="292926"/>
                  <a:pt x="223218" y="296001"/>
                  <a:pt x="203229" y="296001"/>
                </a:cubicBezTo>
                <a:cubicBezTo>
                  <a:pt x="179907" y="296001"/>
                  <a:pt x="160943" y="287544"/>
                  <a:pt x="149923" y="275755"/>
                </a:cubicBezTo>
                <a:cubicBezTo>
                  <a:pt x="137365" y="262429"/>
                  <a:pt x="131471" y="240389"/>
                  <a:pt x="131471" y="211173"/>
                </a:cubicBezTo>
                <a:lnTo>
                  <a:pt x="131471" y="122501"/>
                </a:lnTo>
                <a:lnTo>
                  <a:pt x="100461" y="122501"/>
                </a:lnTo>
                <a:lnTo>
                  <a:pt x="100461" y="72783"/>
                </a:lnTo>
                <a:lnTo>
                  <a:pt x="131471" y="72783"/>
                </a:lnTo>
                <a:close/>
                <a:moveTo>
                  <a:pt x="0" y="0"/>
                </a:moveTo>
                <a:lnTo>
                  <a:pt x="67657" y="0"/>
                </a:lnTo>
                <a:lnTo>
                  <a:pt x="67657" y="290619"/>
                </a:lnTo>
                <a:lnTo>
                  <a:pt x="0" y="29061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49" name="Espaço Reservado para Texto 148">
            <a:extLst>
              <a:ext uri="{FF2B5EF4-FFF2-40B4-BE49-F238E27FC236}">
                <a16:creationId xmlns:a16="http://schemas.microsoft.com/office/drawing/2014/main" id="{AA29FDFF-1000-FAE3-E6C6-03CD6E6BF5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96371" y="1"/>
            <a:ext cx="6862818" cy="2797869"/>
          </a:xfrm>
          <a:custGeom>
            <a:avLst/>
            <a:gdLst>
              <a:gd name="connsiteX0" fmla="*/ 0 w 6862818"/>
              <a:gd name="connsiteY0" fmla="*/ 0 h 2797869"/>
              <a:gd name="connsiteX1" fmla="*/ 6862818 w 6862818"/>
              <a:gd name="connsiteY1" fmla="*/ 4826 h 2797869"/>
              <a:gd name="connsiteX2" fmla="*/ 4519459 w 6862818"/>
              <a:gd name="connsiteY2" fmla="*/ 2348184 h 2797869"/>
              <a:gd name="connsiteX3" fmla="*/ 2348184 w 6862818"/>
              <a:gd name="connsiteY3" fmla="*/ 2348184 h 27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2818" h="2797869">
                <a:moveTo>
                  <a:pt x="0" y="0"/>
                </a:moveTo>
                <a:lnTo>
                  <a:pt x="6862818" y="4826"/>
                </a:lnTo>
                <a:lnTo>
                  <a:pt x="4519459" y="2348184"/>
                </a:lnTo>
                <a:cubicBezTo>
                  <a:pt x="3919879" y="2947765"/>
                  <a:pt x="2947765" y="2947765"/>
                  <a:pt x="2348184" y="2348184"/>
                </a:cubicBezTo>
                <a:close/>
              </a:path>
            </a:pathLst>
          </a:custGeom>
          <a:noFill/>
          <a:ln w="38100">
            <a:gradFill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alpha val="0"/>
                  </a:schemeClr>
                </a:gs>
              </a:gsLst>
              <a:lin ang="18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800" dirty="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endParaRPr lang="pt-BR"/>
          </a:p>
        </p:txBody>
      </p:sp>
      <p:sp>
        <p:nvSpPr>
          <p:cNvPr id="120" name="Espaço Reservado para Texto 119">
            <a:extLst>
              <a:ext uri="{FF2B5EF4-FFF2-40B4-BE49-F238E27FC236}">
                <a16:creationId xmlns:a16="http://schemas.microsoft.com/office/drawing/2014/main" id="{510EA29E-56D9-CC47-4233-FF1F650EF1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2502" y="1395447"/>
            <a:ext cx="481545" cy="481545"/>
          </a:xfrm>
          <a:custGeom>
            <a:avLst/>
            <a:gdLst>
              <a:gd name="connsiteX0" fmla="*/ 550470 w 1100939"/>
              <a:gd name="connsiteY0" fmla="*/ 0 h 1100939"/>
              <a:gd name="connsiteX1" fmla="*/ 652143 w 1100939"/>
              <a:gd name="connsiteY1" fmla="*/ 42114 h 1100939"/>
              <a:gd name="connsiteX2" fmla="*/ 1058825 w 1100939"/>
              <a:gd name="connsiteY2" fmla="*/ 448796 h 1100939"/>
              <a:gd name="connsiteX3" fmla="*/ 1058825 w 1100939"/>
              <a:gd name="connsiteY3" fmla="*/ 652143 h 1100939"/>
              <a:gd name="connsiteX4" fmla="*/ 652143 w 1100939"/>
              <a:gd name="connsiteY4" fmla="*/ 1058825 h 1100939"/>
              <a:gd name="connsiteX5" fmla="*/ 448796 w 1100939"/>
              <a:gd name="connsiteY5" fmla="*/ 1058825 h 1100939"/>
              <a:gd name="connsiteX6" fmla="*/ 42114 w 1100939"/>
              <a:gd name="connsiteY6" fmla="*/ 652143 h 1100939"/>
              <a:gd name="connsiteX7" fmla="*/ 42114 w 1100939"/>
              <a:gd name="connsiteY7" fmla="*/ 448796 h 1100939"/>
              <a:gd name="connsiteX8" fmla="*/ 448796 w 1100939"/>
              <a:gd name="connsiteY8" fmla="*/ 42114 h 1100939"/>
              <a:gd name="connsiteX9" fmla="*/ 550470 w 1100939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39" h="1100939">
                <a:moveTo>
                  <a:pt x="550470" y="0"/>
                </a:moveTo>
                <a:cubicBezTo>
                  <a:pt x="587268" y="0"/>
                  <a:pt x="624067" y="14038"/>
                  <a:pt x="652143" y="42114"/>
                </a:cubicBezTo>
                <a:lnTo>
                  <a:pt x="1058825" y="448796"/>
                </a:lnTo>
                <a:cubicBezTo>
                  <a:pt x="1114978" y="504949"/>
                  <a:pt x="1114978" y="595990"/>
                  <a:pt x="1058825" y="652143"/>
                </a:cubicBezTo>
                <a:lnTo>
                  <a:pt x="652143" y="1058825"/>
                </a:lnTo>
                <a:cubicBezTo>
                  <a:pt x="595990" y="1114978"/>
                  <a:pt x="504949" y="1114978"/>
                  <a:pt x="448796" y="1058825"/>
                </a:cubicBezTo>
                <a:lnTo>
                  <a:pt x="42114" y="652143"/>
                </a:lnTo>
                <a:cubicBezTo>
                  <a:pt x="-14038" y="595990"/>
                  <a:pt x="-14038" y="504949"/>
                  <a:pt x="42114" y="448796"/>
                </a:cubicBezTo>
                <a:lnTo>
                  <a:pt x="448796" y="42114"/>
                </a:lnTo>
                <a:cubicBezTo>
                  <a:pt x="476873" y="14038"/>
                  <a:pt x="513671" y="0"/>
                  <a:pt x="550470" y="0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51" name="Espaço Reservado para Texto 150">
            <a:extLst>
              <a:ext uri="{FF2B5EF4-FFF2-40B4-BE49-F238E27FC236}">
                <a16:creationId xmlns:a16="http://schemas.microsoft.com/office/drawing/2014/main" id="{512AD6BE-FCF4-3036-24D8-5BFAD1EF4C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V="1">
            <a:off x="9601200" y="5933360"/>
            <a:ext cx="2131808" cy="924640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1351C78C-0847-C7E3-E811-D9E63D2EA9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23578" y="267807"/>
            <a:ext cx="1100939" cy="1100939"/>
          </a:xfrm>
          <a:custGeom>
            <a:avLst/>
            <a:gdLst>
              <a:gd name="connsiteX0" fmla="*/ 550470 w 1100939"/>
              <a:gd name="connsiteY0" fmla="*/ 0 h 1100939"/>
              <a:gd name="connsiteX1" fmla="*/ 652143 w 1100939"/>
              <a:gd name="connsiteY1" fmla="*/ 42114 h 1100939"/>
              <a:gd name="connsiteX2" fmla="*/ 1058825 w 1100939"/>
              <a:gd name="connsiteY2" fmla="*/ 448796 h 1100939"/>
              <a:gd name="connsiteX3" fmla="*/ 1058825 w 1100939"/>
              <a:gd name="connsiteY3" fmla="*/ 652143 h 1100939"/>
              <a:gd name="connsiteX4" fmla="*/ 652143 w 1100939"/>
              <a:gd name="connsiteY4" fmla="*/ 1058825 h 1100939"/>
              <a:gd name="connsiteX5" fmla="*/ 448796 w 1100939"/>
              <a:gd name="connsiteY5" fmla="*/ 1058825 h 1100939"/>
              <a:gd name="connsiteX6" fmla="*/ 42114 w 1100939"/>
              <a:gd name="connsiteY6" fmla="*/ 652143 h 1100939"/>
              <a:gd name="connsiteX7" fmla="*/ 42114 w 1100939"/>
              <a:gd name="connsiteY7" fmla="*/ 448796 h 1100939"/>
              <a:gd name="connsiteX8" fmla="*/ 448796 w 1100939"/>
              <a:gd name="connsiteY8" fmla="*/ 42114 h 1100939"/>
              <a:gd name="connsiteX9" fmla="*/ 550470 w 1100939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39" h="1100939">
                <a:moveTo>
                  <a:pt x="550470" y="0"/>
                </a:moveTo>
                <a:cubicBezTo>
                  <a:pt x="587268" y="0"/>
                  <a:pt x="624067" y="14038"/>
                  <a:pt x="652143" y="42114"/>
                </a:cubicBezTo>
                <a:lnTo>
                  <a:pt x="1058825" y="448796"/>
                </a:lnTo>
                <a:cubicBezTo>
                  <a:pt x="1114978" y="504949"/>
                  <a:pt x="1114978" y="595990"/>
                  <a:pt x="1058825" y="652143"/>
                </a:cubicBezTo>
                <a:lnTo>
                  <a:pt x="652143" y="1058825"/>
                </a:lnTo>
                <a:cubicBezTo>
                  <a:pt x="595990" y="1114978"/>
                  <a:pt x="504949" y="1114978"/>
                  <a:pt x="448796" y="1058825"/>
                </a:cubicBezTo>
                <a:lnTo>
                  <a:pt x="42114" y="652143"/>
                </a:lnTo>
                <a:cubicBezTo>
                  <a:pt x="-14038" y="595990"/>
                  <a:pt x="-14038" y="504949"/>
                  <a:pt x="42114" y="448796"/>
                </a:cubicBezTo>
                <a:lnTo>
                  <a:pt x="448796" y="42114"/>
                </a:lnTo>
                <a:cubicBezTo>
                  <a:pt x="476873" y="14038"/>
                  <a:pt x="513671" y="0"/>
                  <a:pt x="55047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90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AE3105B-7172-6FCA-F591-DCF55F929F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5" name="Espaço Reservado para Texto 7">
            <a:extLst>
              <a:ext uri="{FF2B5EF4-FFF2-40B4-BE49-F238E27FC236}">
                <a16:creationId xmlns:a16="http://schemas.microsoft.com/office/drawing/2014/main" id="{DBFBDEA2-F208-0682-D6F1-24F3F829591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3645" y="3223837"/>
            <a:ext cx="5586121" cy="275152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54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Modelo de</a:t>
            </a:r>
            <a:br>
              <a:rPr lang="pt-BR"/>
            </a:br>
            <a:r>
              <a:rPr lang="pt-BR"/>
              <a:t>subcapa para divisão de capítulo texto longo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90B29412-A730-0D54-C154-5AE707F32C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flipH="1">
            <a:off x="0" y="3833073"/>
            <a:ext cx="5423162" cy="3024927"/>
          </a:xfrm>
          <a:custGeom>
            <a:avLst/>
            <a:gdLst>
              <a:gd name="connsiteX0" fmla="*/ 3530519 w 5490743"/>
              <a:gd name="connsiteY0" fmla="*/ 0 h 3062622"/>
              <a:gd name="connsiteX1" fmla="*/ 4329271 w 5490743"/>
              <a:gd name="connsiteY1" fmla="*/ 330855 h 3062622"/>
              <a:gd name="connsiteX2" fmla="*/ 5490743 w 5490743"/>
              <a:gd name="connsiteY2" fmla="*/ 1492326 h 3062622"/>
              <a:gd name="connsiteX3" fmla="*/ 5490743 w 5490743"/>
              <a:gd name="connsiteY3" fmla="*/ 3062622 h 3062622"/>
              <a:gd name="connsiteX4" fmla="*/ 0 w 5490743"/>
              <a:gd name="connsiteY4" fmla="*/ 3062622 h 3062622"/>
              <a:gd name="connsiteX5" fmla="*/ 2731766 w 5490743"/>
              <a:gd name="connsiteY5" fmla="*/ 330855 h 3062622"/>
              <a:gd name="connsiteX6" fmla="*/ 3530519 w 5490743"/>
              <a:gd name="connsiteY6" fmla="*/ 0 h 306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90743" h="3062622">
                <a:moveTo>
                  <a:pt x="3530519" y="0"/>
                </a:moveTo>
                <a:cubicBezTo>
                  <a:pt x="3819610" y="0"/>
                  <a:pt x="4108701" y="110285"/>
                  <a:pt x="4329271" y="330855"/>
                </a:cubicBezTo>
                <a:lnTo>
                  <a:pt x="5490743" y="1492326"/>
                </a:lnTo>
                <a:lnTo>
                  <a:pt x="5490743" y="3062622"/>
                </a:lnTo>
                <a:lnTo>
                  <a:pt x="0" y="3062622"/>
                </a:lnTo>
                <a:lnTo>
                  <a:pt x="2731766" y="330855"/>
                </a:lnTo>
                <a:cubicBezTo>
                  <a:pt x="2952336" y="110285"/>
                  <a:pt x="3241428" y="0"/>
                  <a:pt x="3530519" y="0"/>
                </a:cubicBezTo>
                <a:close/>
              </a:path>
            </a:pathLst>
          </a:custGeom>
          <a:solidFill>
            <a:srgbClr val="071A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800"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81DCA052-622A-2BDB-BDC6-24C3827521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0800000" flipH="1">
            <a:off x="5483646" y="2090888"/>
            <a:ext cx="807003" cy="886141"/>
          </a:xfrm>
          <a:custGeom>
            <a:avLst/>
            <a:gdLst>
              <a:gd name="connsiteX0" fmla="*/ 2220913 w 2220913"/>
              <a:gd name="connsiteY0" fmla="*/ 2073574 h 2438706"/>
              <a:gd name="connsiteX1" fmla="*/ 2220912 w 2220913"/>
              <a:gd name="connsiteY1" fmla="*/ 613088 h 2438706"/>
              <a:gd name="connsiteX2" fmla="*/ 1855781 w 2220913"/>
              <a:gd name="connsiteY2" fmla="*/ 247956 h 2438706"/>
              <a:gd name="connsiteX3" fmla="*/ 1327107 w 2220913"/>
              <a:gd name="connsiteY3" fmla="*/ 247956 h 2438706"/>
              <a:gd name="connsiteX4" fmla="*/ 1110456 w 2220913"/>
              <a:gd name="connsiteY4" fmla="*/ 0 h 2438706"/>
              <a:gd name="connsiteX5" fmla="*/ 893805 w 2220913"/>
              <a:gd name="connsiteY5" fmla="*/ 247956 h 2438706"/>
              <a:gd name="connsiteX6" fmla="*/ 365132 w 2220913"/>
              <a:gd name="connsiteY6" fmla="*/ 247956 h 2438706"/>
              <a:gd name="connsiteX7" fmla="*/ 0 w 2220913"/>
              <a:gd name="connsiteY7" fmla="*/ 613088 h 2438706"/>
              <a:gd name="connsiteX8" fmla="*/ 0 w 2220913"/>
              <a:gd name="connsiteY8" fmla="*/ 2073574 h 2438706"/>
              <a:gd name="connsiteX9" fmla="*/ 365132 w 2220913"/>
              <a:gd name="connsiteY9" fmla="*/ 2438706 h 2438706"/>
              <a:gd name="connsiteX10" fmla="*/ 1855781 w 2220913"/>
              <a:gd name="connsiteY10" fmla="*/ 2438706 h 2438706"/>
              <a:gd name="connsiteX11" fmla="*/ 2220913 w 2220913"/>
              <a:gd name="connsiteY11" fmla="*/ 2073574 h 24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0913" h="2438706">
                <a:moveTo>
                  <a:pt x="2220913" y="2073574"/>
                </a:moveTo>
                <a:lnTo>
                  <a:pt x="2220912" y="613088"/>
                </a:lnTo>
                <a:cubicBezTo>
                  <a:pt x="2220912" y="411431"/>
                  <a:pt x="2057437" y="247956"/>
                  <a:pt x="1855781" y="247956"/>
                </a:cubicBezTo>
                <a:lnTo>
                  <a:pt x="1327107" y="247956"/>
                </a:lnTo>
                <a:lnTo>
                  <a:pt x="1110456" y="0"/>
                </a:lnTo>
                <a:lnTo>
                  <a:pt x="893805" y="247956"/>
                </a:lnTo>
                <a:lnTo>
                  <a:pt x="365132" y="247956"/>
                </a:lnTo>
                <a:cubicBezTo>
                  <a:pt x="163475" y="247956"/>
                  <a:pt x="0" y="411431"/>
                  <a:pt x="0" y="613088"/>
                </a:cubicBezTo>
                <a:lnTo>
                  <a:pt x="0" y="2073574"/>
                </a:lnTo>
                <a:cubicBezTo>
                  <a:pt x="0" y="2275231"/>
                  <a:pt x="163475" y="2438706"/>
                  <a:pt x="365132" y="2438706"/>
                </a:cubicBezTo>
                <a:lnTo>
                  <a:pt x="1855781" y="2438706"/>
                </a:lnTo>
                <a:cubicBezTo>
                  <a:pt x="2057438" y="2438706"/>
                  <a:pt x="2220913" y="2275231"/>
                  <a:pt x="2220913" y="2073574"/>
                </a:cubicBezTo>
                <a:close/>
              </a:path>
            </a:pathLst>
          </a:custGeom>
          <a:solidFill>
            <a:schemeClr val="accent3"/>
          </a:solidFill>
          <a:ln w="28575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FA13D513-1F3C-7833-4D1C-949EE9ABD0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097" y="-38100"/>
            <a:ext cx="5586121" cy="2422896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80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12" name="Espaço Reservado para Texto 25">
            <a:extLst>
              <a:ext uri="{FF2B5EF4-FFF2-40B4-BE49-F238E27FC236}">
                <a16:creationId xmlns:a16="http://schemas.microsoft.com/office/drawing/2014/main" id="{6B894B7B-FD2B-DD05-660F-15BE678508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0" y="0"/>
            <a:ext cx="4544132" cy="4220226"/>
          </a:xfrm>
          <a:custGeom>
            <a:avLst/>
            <a:gdLst>
              <a:gd name="connsiteX0" fmla="*/ 0 w 4544132"/>
              <a:gd name="connsiteY0" fmla="*/ 0 h 4220226"/>
              <a:gd name="connsiteX1" fmla="*/ 4544132 w 4544132"/>
              <a:gd name="connsiteY1" fmla="*/ 0 h 4220226"/>
              <a:gd name="connsiteX2" fmla="*/ 737912 w 4544132"/>
              <a:gd name="connsiteY2" fmla="*/ 3806218 h 4220226"/>
              <a:gd name="connsiteX3" fmla="*/ 73107 w 4544132"/>
              <a:gd name="connsiteY3" fmla="*/ 4202377 h 4220226"/>
              <a:gd name="connsiteX4" fmla="*/ 0 w 4544132"/>
              <a:gd name="connsiteY4" fmla="*/ 4220226 h 422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4132" h="4220226">
                <a:moveTo>
                  <a:pt x="0" y="0"/>
                </a:moveTo>
                <a:lnTo>
                  <a:pt x="4544132" y="0"/>
                </a:lnTo>
                <a:lnTo>
                  <a:pt x="737912" y="3806218"/>
                </a:lnTo>
                <a:cubicBezTo>
                  <a:pt x="545834" y="3998295"/>
                  <a:pt x="316463" y="4130348"/>
                  <a:pt x="73107" y="4202377"/>
                </a:cubicBezTo>
                <a:lnTo>
                  <a:pt x="0" y="4220226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688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C516D7F-D1A3-E9EC-E421-A23D47E846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7D3D8C-0845-AB59-438C-61C45E2E7F2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D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3" name="MSIPCMContentMarking" descr="{&quot;HashCode&quot;:673120239,&quot;Placement&quot;:&quot;Footer&quot;,&quot;Top&quot;:520.68866,&quot;Left&quot;:0.0,&quot;SlideWidth&quot;:960,&quot;SlideHeight&quot;:540}">
            <a:extLst>
              <a:ext uri="{FF2B5EF4-FFF2-40B4-BE49-F238E27FC236}">
                <a16:creationId xmlns:a16="http://schemas.microsoft.com/office/drawing/2014/main" id="{8598CF7E-F6C3-9BFA-9EC6-162E2059D862}"/>
              </a:ext>
            </a:extLst>
          </p:cNvPr>
          <p:cNvSpPr txBox="1"/>
          <p:nvPr userDrawn="1"/>
        </p:nvSpPr>
        <p:spPr>
          <a:xfrm>
            <a:off x="0" y="6612746"/>
            <a:ext cx="1274605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900">
                <a:solidFill>
                  <a:srgbClr val="000000"/>
                </a:solidFill>
                <a:latin typeface="Calibri" panose="020F0502020204030204" pitchFamily="34" charset="0"/>
              </a:rPr>
              <a:t>Corporativo | Interno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7DACF69-CEEC-5792-C0AA-E5E525C18A4A}"/>
              </a:ext>
            </a:extLst>
          </p:cNvPr>
          <p:cNvSpPr/>
          <p:nvPr userDrawn="1"/>
        </p:nvSpPr>
        <p:spPr>
          <a:xfrm>
            <a:off x="-5388077" y="-1032387"/>
            <a:ext cx="5388077" cy="1247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AB5F278-F192-0F50-0D2A-1A23BDCB11C0}"/>
              </a:ext>
            </a:extLst>
          </p:cNvPr>
          <p:cNvSpPr/>
          <p:nvPr userDrawn="1"/>
        </p:nvSpPr>
        <p:spPr>
          <a:xfrm>
            <a:off x="787975" y="2571122"/>
            <a:ext cx="580103" cy="1784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0" name="Espaço Reservado para Texto 7">
            <a:extLst>
              <a:ext uri="{FF2B5EF4-FFF2-40B4-BE49-F238E27FC236}">
                <a16:creationId xmlns:a16="http://schemas.microsoft.com/office/drawing/2014/main" id="{6BD4292E-E4FA-0301-13A1-A7B0AF1A3B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9392" y="2944762"/>
            <a:ext cx="7057849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6000" kern="1200" spc="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Modelo de</a:t>
            </a:r>
            <a:br>
              <a:rPr lang="pt-BR"/>
            </a:br>
            <a:r>
              <a:rPr lang="pt-BR"/>
              <a:t>subcapa título curto</a:t>
            </a:r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5057235A-FD22-6374-99C6-9AA479541D5F}"/>
              </a:ext>
            </a:extLst>
          </p:cNvPr>
          <p:cNvSpPr/>
          <p:nvPr userDrawn="1"/>
        </p:nvSpPr>
        <p:spPr>
          <a:xfrm>
            <a:off x="4731660" y="0"/>
            <a:ext cx="5811609" cy="2422896"/>
          </a:xfrm>
          <a:custGeom>
            <a:avLst/>
            <a:gdLst>
              <a:gd name="connsiteX0" fmla="*/ 0 w 5811609"/>
              <a:gd name="connsiteY0" fmla="*/ 0 h 2422896"/>
              <a:gd name="connsiteX1" fmla="*/ 5811609 w 5811609"/>
              <a:gd name="connsiteY1" fmla="*/ 0 h 2422896"/>
              <a:gd name="connsiteX2" fmla="*/ 3730179 w 5811609"/>
              <a:gd name="connsiteY2" fmla="*/ 2081430 h 2422896"/>
              <a:gd name="connsiteX3" fmla="*/ 2081431 w 5811609"/>
              <a:gd name="connsiteY3" fmla="*/ 2081430 h 2422896"/>
              <a:gd name="connsiteX4" fmla="*/ 0 w 5811609"/>
              <a:gd name="connsiteY4" fmla="*/ 0 h 242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11609" h="2422896">
                <a:moveTo>
                  <a:pt x="0" y="0"/>
                </a:moveTo>
                <a:lnTo>
                  <a:pt x="5811609" y="0"/>
                </a:lnTo>
                <a:lnTo>
                  <a:pt x="3730179" y="2081430"/>
                </a:lnTo>
                <a:cubicBezTo>
                  <a:pt x="3274890" y="2536719"/>
                  <a:pt x="2536720" y="2536719"/>
                  <a:pt x="2081431" y="20814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69EA208C-43A9-98EC-7AF5-5DBAF59C8E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5639851" y="4927021"/>
            <a:ext cx="4616629" cy="2002394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24" name="Espaço Reservado para Texto 150">
            <a:extLst>
              <a:ext uri="{FF2B5EF4-FFF2-40B4-BE49-F238E27FC236}">
                <a16:creationId xmlns:a16="http://schemas.microsoft.com/office/drawing/2014/main" id="{F7475706-8CAF-745F-31CC-E917FDA050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5356" y="0"/>
            <a:ext cx="2793052" cy="685800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gradFill>
              <a:gsLst>
                <a:gs pos="4000">
                  <a:schemeClr val="accent5"/>
                </a:gs>
                <a:gs pos="75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0A0504DC-CEF9-3465-8B6B-C9E64397CA50}"/>
              </a:ext>
            </a:extLst>
          </p:cNvPr>
          <p:cNvSpPr/>
          <p:nvPr userDrawn="1"/>
        </p:nvSpPr>
        <p:spPr>
          <a:xfrm>
            <a:off x="8614611" y="3005"/>
            <a:ext cx="3577389" cy="6854995"/>
          </a:xfrm>
          <a:custGeom>
            <a:avLst/>
            <a:gdLst>
              <a:gd name="connsiteX0" fmla="*/ 2918854 w 3557614"/>
              <a:gd name="connsiteY0" fmla="*/ 0 h 6817102"/>
              <a:gd name="connsiteX1" fmla="*/ 3557614 w 3557614"/>
              <a:gd name="connsiteY1" fmla="*/ 0 h 6817102"/>
              <a:gd name="connsiteX2" fmla="*/ 3557614 w 3557614"/>
              <a:gd name="connsiteY2" fmla="*/ 6817102 h 6817102"/>
              <a:gd name="connsiteX3" fmla="*/ 2966449 w 3557614"/>
              <a:gd name="connsiteY3" fmla="*/ 6817102 h 6817102"/>
              <a:gd name="connsiteX4" fmla="*/ 2860837 w 3557614"/>
              <a:gd name="connsiteY4" fmla="*/ 6726347 h 6817102"/>
              <a:gd name="connsiteX5" fmla="*/ 337580 w 3557614"/>
              <a:gd name="connsiteY5" fmla="*/ 4203091 h 6817102"/>
              <a:gd name="connsiteX6" fmla="*/ 337580 w 3557614"/>
              <a:gd name="connsiteY6" fmla="*/ 2573112 h 6817102"/>
              <a:gd name="connsiteX7" fmla="*/ 2860837 w 3557614"/>
              <a:gd name="connsiteY7" fmla="*/ 49855 h 6817102"/>
              <a:gd name="connsiteX8" fmla="*/ 2918854 w 3557614"/>
              <a:gd name="connsiteY8" fmla="*/ 0 h 681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7614" h="6817102">
                <a:moveTo>
                  <a:pt x="2918854" y="0"/>
                </a:moveTo>
                <a:lnTo>
                  <a:pt x="3557614" y="0"/>
                </a:lnTo>
                <a:lnTo>
                  <a:pt x="3557614" y="6817102"/>
                </a:lnTo>
                <a:lnTo>
                  <a:pt x="2966449" y="6817102"/>
                </a:lnTo>
                <a:lnTo>
                  <a:pt x="2860837" y="6726347"/>
                </a:lnTo>
                <a:lnTo>
                  <a:pt x="337580" y="4203091"/>
                </a:lnTo>
                <a:cubicBezTo>
                  <a:pt x="-112526" y="3752984"/>
                  <a:pt x="-112526" y="3023218"/>
                  <a:pt x="337580" y="2573112"/>
                </a:cubicBezTo>
                <a:lnTo>
                  <a:pt x="2860837" y="49855"/>
                </a:lnTo>
                <a:lnTo>
                  <a:pt x="2918854" y="0"/>
                </a:lnTo>
                <a:close/>
              </a:path>
            </a:pathLst>
          </a:custGeom>
          <a:solidFill>
            <a:srgbClr val="071A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FC07E81-4A47-1BC8-D5D3-566B965F3745}"/>
              </a:ext>
            </a:extLst>
          </p:cNvPr>
          <p:cNvSpPr/>
          <p:nvPr userDrawn="1"/>
        </p:nvSpPr>
        <p:spPr>
          <a:xfrm rot="18900000" flipH="1">
            <a:off x="10146067" y="5444184"/>
            <a:ext cx="968069" cy="968069"/>
          </a:xfrm>
          <a:prstGeom prst="roundRect">
            <a:avLst>
              <a:gd name="adj" fmla="val 19623"/>
            </a:avLst>
          </a:prstGeom>
          <a:solidFill>
            <a:srgbClr val="FC67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362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C516D7F-D1A3-E9EC-E421-A23D47E846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7D3D8C-0845-AB59-438C-61C45E2E7F2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D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7DACF69-CEEC-5792-C0AA-E5E525C18A4A}"/>
              </a:ext>
            </a:extLst>
          </p:cNvPr>
          <p:cNvSpPr/>
          <p:nvPr userDrawn="1"/>
        </p:nvSpPr>
        <p:spPr>
          <a:xfrm>
            <a:off x="-5388077" y="-1032387"/>
            <a:ext cx="5388077" cy="1247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2FF2C2E-FAA1-F9DE-4846-97718BCB7976}"/>
              </a:ext>
            </a:extLst>
          </p:cNvPr>
          <p:cNvSpPr/>
          <p:nvPr userDrawn="1"/>
        </p:nvSpPr>
        <p:spPr>
          <a:xfrm>
            <a:off x="-3244644" y="6858000"/>
            <a:ext cx="16459200" cy="937997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MSIPCMContentMarking" descr="{&quot;HashCode&quot;:673120239,&quot;Placement&quot;:&quot;Footer&quot;,&quot;Top&quot;:520.68866,&quot;Left&quot;:0.0,&quot;SlideWidth&quot;:960,&quot;SlideHeight&quot;:540}">
            <a:extLst>
              <a:ext uri="{FF2B5EF4-FFF2-40B4-BE49-F238E27FC236}">
                <a16:creationId xmlns:a16="http://schemas.microsoft.com/office/drawing/2014/main" id="{FB65D01F-539F-0CCF-82FB-B5D7824DF515}"/>
              </a:ext>
            </a:extLst>
          </p:cNvPr>
          <p:cNvSpPr txBox="1"/>
          <p:nvPr userDrawn="1"/>
        </p:nvSpPr>
        <p:spPr>
          <a:xfrm>
            <a:off x="0" y="6612746"/>
            <a:ext cx="1274605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900">
                <a:solidFill>
                  <a:srgbClr val="000000"/>
                </a:solidFill>
                <a:latin typeface="Calibri" panose="020F0502020204030204" pitchFamily="34" charset="0"/>
              </a:rPr>
              <a:t>Corporativo | Interno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745E1A5-A999-D080-BC9A-41752E6FEB09}"/>
              </a:ext>
            </a:extLst>
          </p:cNvPr>
          <p:cNvSpPr/>
          <p:nvPr userDrawn="1"/>
        </p:nvSpPr>
        <p:spPr>
          <a:xfrm>
            <a:off x="787975" y="2154694"/>
            <a:ext cx="580103" cy="1784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0" name="Espaço Reservado para Texto 7">
            <a:extLst>
              <a:ext uri="{FF2B5EF4-FFF2-40B4-BE49-F238E27FC236}">
                <a16:creationId xmlns:a16="http://schemas.microsoft.com/office/drawing/2014/main" id="{E102CEE8-513B-60D8-0006-5808EAB4F0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9392" y="2658962"/>
            <a:ext cx="7585964" cy="14219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5400" kern="1200" spc="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Modelo de subcapa </a:t>
            </a:r>
            <a:br>
              <a:rPr lang="pt-BR"/>
            </a:br>
            <a:r>
              <a:rPr lang="pt-BR"/>
              <a:t>para divisão de capítulo</a:t>
            </a: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37CAC853-179D-198A-364B-80EF54EF67CC}"/>
              </a:ext>
            </a:extLst>
          </p:cNvPr>
          <p:cNvCxnSpPr>
            <a:cxnSpLocks/>
          </p:cNvCxnSpPr>
          <p:nvPr userDrawn="1"/>
        </p:nvCxnSpPr>
        <p:spPr>
          <a:xfrm>
            <a:off x="679392" y="4293570"/>
            <a:ext cx="3543300" cy="0"/>
          </a:xfrm>
          <a:prstGeom prst="line">
            <a:avLst/>
          </a:prstGeom>
          <a:noFill/>
          <a:ln w="28575" cap="rnd" cmpd="sng" algn="ctr">
            <a:solidFill>
              <a:schemeClr val="accent5"/>
            </a:solidFill>
            <a:prstDash val="solid"/>
            <a:miter lim="800000"/>
          </a:ln>
          <a:effectLst/>
        </p:spPr>
      </p:cxnSp>
      <p:sp>
        <p:nvSpPr>
          <p:cNvPr id="42" name="Espaço Reservado para Texto 7">
            <a:extLst>
              <a:ext uri="{FF2B5EF4-FFF2-40B4-BE49-F238E27FC236}">
                <a16:creationId xmlns:a16="http://schemas.microsoft.com/office/drawing/2014/main" id="{C6CC7036-B4E2-C55D-8E10-546F09E8D8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9392" y="4487763"/>
            <a:ext cx="4881910" cy="11757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4400" kern="1200" spc="0" dirty="0">
                <a:solidFill>
                  <a:schemeClr val="bg1"/>
                </a:solidFill>
                <a:latin typeface="Itau Display Pro Light" panose="020B0403020204020204" pitchFamily="34" charset="0"/>
                <a:ea typeface="+mn-ea"/>
                <a:cs typeface="Itau Display Pro Light" panose="020B0403020204020204" pitchFamily="34" charset="0"/>
              </a:defRPr>
            </a:lvl1pPr>
          </a:lstStyle>
          <a:p>
            <a:pPr lvl="0"/>
            <a:r>
              <a:rPr lang="pt-BR"/>
              <a:t>Exemplo de subtítulo de capítulo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91C7C9AC-137D-FBB2-8F3B-191E62882A24}"/>
              </a:ext>
            </a:extLst>
          </p:cNvPr>
          <p:cNvSpPr/>
          <p:nvPr userDrawn="1"/>
        </p:nvSpPr>
        <p:spPr>
          <a:xfrm>
            <a:off x="4731660" y="0"/>
            <a:ext cx="5811609" cy="2422896"/>
          </a:xfrm>
          <a:custGeom>
            <a:avLst/>
            <a:gdLst>
              <a:gd name="connsiteX0" fmla="*/ 0 w 5811609"/>
              <a:gd name="connsiteY0" fmla="*/ 0 h 2422896"/>
              <a:gd name="connsiteX1" fmla="*/ 5811609 w 5811609"/>
              <a:gd name="connsiteY1" fmla="*/ 0 h 2422896"/>
              <a:gd name="connsiteX2" fmla="*/ 3730179 w 5811609"/>
              <a:gd name="connsiteY2" fmla="*/ 2081430 h 2422896"/>
              <a:gd name="connsiteX3" fmla="*/ 2081431 w 5811609"/>
              <a:gd name="connsiteY3" fmla="*/ 2081430 h 2422896"/>
              <a:gd name="connsiteX4" fmla="*/ 0 w 5811609"/>
              <a:gd name="connsiteY4" fmla="*/ 0 h 242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11609" h="2422896">
                <a:moveTo>
                  <a:pt x="0" y="0"/>
                </a:moveTo>
                <a:lnTo>
                  <a:pt x="5811609" y="0"/>
                </a:lnTo>
                <a:lnTo>
                  <a:pt x="3730179" y="2081430"/>
                </a:lnTo>
                <a:cubicBezTo>
                  <a:pt x="3274890" y="2536719"/>
                  <a:pt x="2536720" y="2536719"/>
                  <a:pt x="2081431" y="208143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39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44" name="Espaço Reservado para Texto 13">
            <a:extLst>
              <a:ext uri="{FF2B5EF4-FFF2-40B4-BE49-F238E27FC236}">
                <a16:creationId xmlns:a16="http://schemas.microsoft.com/office/drawing/2014/main" id="{DD029F5F-DC41-CE57-A673-AD5062FCB2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5639851" y="4927021"/>
            <a:ext cx="4616629" cy="2002394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46" name="Espaço Reservado para Texto 150">
            <a:extLst>
              <a:ext uri="{FF2B5EF4-FFF2-40B4-BE49-F238E27FC236}">
                <a16:creationId xmlns:a16="http://schemas.microsoft.com/office/drawing/2014/main" id="{9515BC6C-16C2-E8D9-BB68-BE7F55FEA8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5356" y="0"/>
            <a:ext cx="2793052" cy="685800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gradFill>
              <a:gsLst>
                <a:gs pos="4000">
                  <a:schemeClr val="accent5"/>
                </a:gs>
                <a:gs pos="75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A71958CA-6AB2-C282-C8E4-44F6BF42F9A8}"/>
              </a:ext>
            </a:extLst>
          </p:cNvPr>
          <p:cNvSpPr/>
          <p:nvPr userDrawn="1"/>
        </p:nvSpPr>
        <p:spPr>
          <a:xfrm>
            <a:off x="8614611" y="3005"/>
            <a:ext cx="3577389" cy="6854995"/>
          </a:xfrm>
          <a:custGeom>
            <a:avLst/>
            <a:gdLst>
              <a:gd name="connsiteX0" fmla="*/ 2918854 w 3557614"/>
              <a:gd name="connsiteY0" fmla="*/ 0 h 6817102"/>
              <a:gd name="connsiteX1" fmla="*/ 3557614 w 3557614"/>
              <a:gd name="connsiteY1" fmla="*/ 0 h 6817102"/>
              <a:gd name="connsiteX2" fmla="*/ 3557614 w 3557614"/>
              <a:gd name="connsiteY2" fmla="*/ 6817102 h 6817102"/>
              <a:gd name="connsiteX3" fmla="*/ 2966449 w 3557614"/>
              <a:gd name="connsiteY3" fmla="*/ 6817102 h 6817102"/>
              <a:gd name="connsiteX4" fmla="*/ 2860837 w 3557614"/>
              <a:gd name="connsiteY4" fmla="*/ 6726347 h 6817102"/>
              <a:gd name="connsiteX5" fmla="*/ 337580 w 3557614"/>
              <a:gd name="connsiteY5" fmla="*/ 4203091 h 6817102"/>
              <a:gd name="connsiteX6" fmla="*/ 337580 w 3557614"/>
              <a:gd name="connsiteY6" fmla="*/ 2573112 h 6817102"/>
              <a:gd name="connsiteX7" fmla="*/ 2860837 w 3557614"/>
              <a:gd name="connsiteY7" fmla="*/ 49855 h 6817102"/>
              <a:gd name="connsiteX8" fmla="*/ 2918854 w 3557614"/>
              <a:gd name="connsiteY8" fmla="*/ 0 h 681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7614" h="6817102">
                <a:moveTo>
                  <a:pt x="2918854" y="0"/>
                </a:moveTo>
                <a:lnTo>
                  <a:pt x="3557614" y="0"/>
                </a:lnTo>
                <a:lnTo>
                  <a:pt x="3557614" y="6817102"/>
                </a:lnTo>
                <a:lnTo>
                  <a:pt x="2966449" y="6817102"/>
                </a:lnTo>
                <a:lnTo>
                  <a:pt x="2860837" y="6726347"/>
                </a:lnTo>
                <a:lnTo>
                  <a:pt x="337580" y="4203091"/>
                </a:lnTo>
                <a:cubicBezTo>
                  <a:pt x="-112526" y="3752984"/>
                  <a:pt x="-112526" y="3023218"/>
                  <a:pt x="337580" y="2573112"/>
                </a:cubicBezTo>
                <a:lnTo>
                  <a:pt x="2860837" y="49855"/>
                </a:lnTo>
                <a:lnTo>
                  <a:pt x="2918854" y="0"/>
                </a:lnTo>
                <a:close/>
              </a:path>
            </a:pathLst>
          </a:custGeom>
          <a:solidFill>
            <a:srgbClr val="071A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9A628DD6-86AE-8C4E-7FB4-A6D97144F824}"/>
              </a:ext>
            </a:extLst>
          </p:cNvPr>
          <p:cNvSpPr/>
          <p:nvPr userDrawn="1"/>
        </p:nvSpPr>
        <p:spPr>
          <a:xfrm rot="18900000" flipH="1">
            <a:off x="10146069" y="5444182"/>
            <a:ext cx="968069" cy="968069"/>
          </a:xfrm>
          <a:prstGeom prst="roundRect">
            <a:avLst>
              <a:gd name="adj" fmla="val 19623"/>
            </a:avLst>
          </a:prstGeom>
          <a:solidFill>
            <a:srgbClr val="FC67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4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rgbClr val="FF7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E355C338-A50F-CD59-D0B5-6A7038476F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A5EE394C-4AE6-A207-0E20-B73902DF99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58295" y="783025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0D9953F2-207F-58DC-FDCF-20CD7F7473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15067" y="783026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C1E2D3AC-53B2-668D-91EE-B81655D41E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58295" y="1582158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239521B1-785C-147A-191D-3A4F54BA0B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15067" y="1582159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F5698B55-B6BF-3942-9AC5-38F806313F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58295" y="2381291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6D365BA3-3125-1E46-E60C-C8D8D29655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5067" y="2381292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A3FE738E-39AA-76F5-62AC-F69F0776C7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58295" y="3180424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D9F4046A-FFB9-CEF6-4E70-BE41AF4A6F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5067" y="3180425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AE888B5A-A8B6-5DD8-5EBC-A351C546F4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58295" y="3979557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9CBF702A-64BF-B322-317D-9181692DDEB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5067" y="3979558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734872A3-A9B9-21ED-CD6E-ED687CFCC4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8295" y="4778690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8F16B13E-0E85-B1E5-D522-2613E8D21C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5067" y="4778691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BE677566-1919-951E-2681-C23527CF88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58295" y="5577825"/>
            <a:ext cx="561109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sz="4000">
                <a:solidFill>
                  <a:schemeClr val="accent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#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2DFF7D93-C8FE-EF9D-B1F2-0BEEC1463C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15067" y="5577826"/>
            <a:ext cx="3439625" cy="6463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rgbClr val="231D19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3" name="Espaço Reservado para Texto 129">
            <a:extLst>
              <a:ext uri="{FF2B5EF4-FFF2-40B4-BE49-F238E27FC236}">
                <a16:creationId xmlns:a16="http://schemas.microsoft.com/office/drawing/2014/main" id="{7E8764EE-A9A8-AEE1-6DBE-1CDC8648B8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0"/>
            <a:ext cx="6835611" cy="6858000"/>
          </a:xfrm>
          <a:custGeom>
            <a:avLst/>
            <a:gdLst>
              <a:gd name="connsiteX0" fmla="*/ 0 w 6835611"/>
              <a:gd name="connsiteY0" fmla="*/ 0 h 6858000"/>
              <a:gd name="connsiteX1" fmla="*/ 2992076 w 6835611"/>
              <a:gd name="connsiteY1" fmla="*/ 0 h 6858000"/>
              <a:gd name="connsiteX2" fmla="*/ 6417309 w 6835611"/>
              <a:gd name="connsiteY2" fmla="*/ 3425233 h 6858000"/>
              <a:gd name="connsiteX3" fmla="*/ 6417309 w 6835611"/>
              <a:gd name="connsiteY3" fmla="*/ 5444977 h 6858000"/>
              <a:gd name="connsiteX4" fmla="*/ 5004286 w 6835611"/>
              <a:gd name="connsiteY4" fmla="*/ 6858000 h 6858000"/>
              <a:gd name="connsiteX5" fmla="*/ 0 w 6835611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5611" h="6858000">
                <a:moveTo>
                  <a:pt x="0" y="0"/>
                </a:moveTo>
                <a:lnTo>
                  <a:pt x="2992076" y="0"/>
                </a:lnTo>
                <a:lnTo>
                  <a:pt x="6417309" y="3425233"/>
                </a:lnTo>
                <a:cubicBezTo>
                  <a:pt x="6975046" y="3982970"/>
                  <a:pt x="6975046" y="4887241"/>
                  <a:pt x="6417309" y="5444977"/>
                </a:cubicBezTo>
                <a:lnTo>
                  <a:pt x="500428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.\</a:t>
            </a:r>
          </a:p>
        </p:txBody>
      </p:sp>
      <p:sp>
        <p:nvSpPr>
          <p:cNvPr id="6" name="Espaço Reservado para Texto 18">
            <a:extLst>
              <a:ext uri="{FF2B5EF4-FFF2-40B4-BE49-F238E27FC236}">
                <a16:creationId xmlns:a16="http://schemas.microsoft.com/office/drawing/2014/main" id="{3DE3431A-0CAA-84E5-07AE-7A362991D5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9198" y="5123217"/>
            <a:ext cx="1100940" cy="1100939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CFDB7BD5-5F9A-76D5-2C78-1AE48CC615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104" y="4494456"/>
            <a:ext cx="3491260" cy="17297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buNone/>
              <a:defRPr lang="pt-BR" sz="66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Agenda do dia</a:t>
            </a:r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645861E1-E42D-62D5-B437-D4166E8909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60106" y="0"/>
            <a:ext cx="5586121" cy="2422896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solidFill>
            <a:schemeClr val="accent4"/>
          </a:solidFill>
          <a:ln w="3810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8172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D076E3-A59B-2A86-9075-56108ED73A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50F851DB-A87D-2121-1D9C-09BF7999C2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0"/>
            <a:ext cx="3657600" cy="1586429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  <a:gd name="connsiteX0" fmla="*/ 2031368 w 2065455"/>
              <a:gd name="connsiteY0" fmla="*/ 0 h 881076"/>
              <a:gd name="connsiteX1" fmla="*/ 1245474 w 2065455"/>
              <a:gd name="connsiteY1" fmla="*/ 785894 h 881076"/>
              <a:gd name="connsiteX2" fmla="*/ 785893 w 2065455"/>
              <a:gd name="connsiteY2" fmla="*/ 785894 h 881076"/>
              <a:gd name="connsiteX3" fmla="*/ 0 w 2065455"/>
              <a:gd name="connsiteY3" fmla="*/ 0 h 881076"/>
              <a:gd name="connsiteX4" fmla="*/ 2065455 w 2065455"/>
              <a:gd name="connsiteY4" fmla="*/ 34087 h 881076"/>
              <a:gd name="connsiteX0" fmla="*/ 2031368 w 2031368"/>
              <a:gd name="connsiteY0" fmla="*/ 0 h 881076"/>
              <a:gd name="connsiteX1" fmla="*/ 1245474 w 2031368"/>
              <a:gd name="connsiteY1" fmla="*/ 785894 h 881076"/>
              <a:gd name="connsiteX2" fmla="*/ 785893 w 2031368"/>
              <a:gd name="connsiteY2" fmla="*/ 785894 h 881076"/>
              <a:gd name="connsiteX3" fmla="*/ 0 w 2031368"/>
              <a:gd name="connsiteY3" fmla="*/ 0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2031368" y="0"/>
                </a:move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lnTo>
                  <a:pt x="0" y="0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pt-BR" sz="1800" dirty="0">
                <a:noFill/>
                <a:latin typeface="+mn-lt"/>
                <a:cs typeface="+mn-cs"/>
              </a:defRPr>
            </a:lvl1pPr>
          </a:lstStyle>
          <a:p>
            <a:pPr marL="0" lvl="0" algn="ctr"/>
            <a:endParaRPr lang="pt-BR"/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E1E5705F-8B48-6ECC-1237-A8818EC125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40749" y="611332"/>
            <a:ext cx="857868" cy="857867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8AB35CA-19E8-9F8E-9ABF-F42B4C26CA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V="1">
            <a:off x="0" y="0"/>
            <a:ext cx="8286515" cy="6858000"/>
          </a:xfrm>
          <a:custGeom>
            <a:avLst/>
            <a:gdLst>
              <a:gd name="connsiteX0" fmla="*/ 0 w 8286515"/>
              <a:gd name="connsiteY0" fmla="*/ 6858000 h 6858000"/>
              <a:gd name="connsiteX1" fmla="*/ 1450904 w 8286515"/>
              <a:gd name="connsiteY1" fmla="*/ 6858000 h 6858000"/>
              <a:gd name="connsiteX2" fmla="*/ 5004286 w 8286515"/>
              <a:gd name="connsiteY2" fmla="*/ 6858000 h 6858000"/>
              <a:gd name="connsiteX3" fmla="*/ 6455190 w 8286515"/>
              <a:gd name="connsiteY3" fmla="*/ 6858000 h 6858000"/>
              <a:gd name="connsiteX4" fmla="*/ 7868213 w 8286515"/>
              <a:gd name="connsiteY4" fmla="*/ 5444977 h 6858000"/>
              <a:gd name="connsiteX5" fmla="*/ 7868213 w 8286515"/>
              <a:gd name="connsiteY5" fmla="*/ 3425233 h 6858000"/>
              <a:gd name="connsiteX6" fmla="*/ 4442980 w 8286515"/>
              <a:gd name="connsiteY6" fmla="*/ 0 h 6858000"/>
              <a:gd name="connsiteX7" fmla="*/ 2992076 w 8286515"/>
              <a:gd name="connsiteY7" fmla="*/ 0 h 6858000"/>
              <a:gd name="connsiteX8" fmla="*/ 1450904 w 8286515"/>
              <a:gd name="connsiteY8" fmla="*/ 0 h 6858000"/>
              <a:gd name="connsiteX9" fmla="*/ 0 w 8286515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6515" h="6858000">
                <a:moveTo>
                  <a:pt x="0" y="6858000"/>
                </a:moveTo>
                <a:lnTo>
                  <a:pt x="1450904" y="6858000"/>
                </a:lnTo>
                <a:lnTo>
                  <a:pt x="5004286" y="6858000"/>
                </a:lnTo>
                <a:lnTo>
                  <a:pt x="6455190" y="6858000"/>
                </a:lnTo>
                <a:lnTo>
                  <a:pt x="7868213" y="5444977"/>
                </a:lnTo>
                <a:cubicBezTo>
                  <a:pt x="8425950" y="4887241"/>
                  <a:pt x="8425950" y="3982970"/>
                  <a:pt x="7868213" y="3425233"/>
                </a:cubicBezTo>
                <a:lnTo>
                  <a:pt x="4442980" y="0"/>
                </a:lnTo>
                <a:lnTo>
                  <a:pt x="2992076" y="0"/>
                </a:lnTo>
                <a:lnTo>
                  <a:pt x="145090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.\</a:t>
            </a:r>
          </a:p>
        </p:txBody>
      </p:sp>
      <p:sp>
        <p:nvSpPr>
          <p:cNvPr id="26" name="Espaço Reservado para Texto 148">
            <a:extLst>
              <a:ext uri="{FF2B5EF4-FFF2-40B4-BE49-F238E27FC236}">
                <a16:creationId xmlns:a16="http://schemas.microsoft.com/office/drawing/2014/main" id="{D03C4224-4323-3695-31CF-58E4EEA1254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 flipV="1">
            <a:off x="5329182" y="4060131"/>
            <a:ext cx="6862818" cy="2797869"/>
          </a:xfrm>
          <a:custGeom>
            <a:avLst/>
            <a:gdLst>
              <a:gd name="connsiteX0" fmla="*/ 0 w 6862818"/>
              <a:gd name="connsiteY0" fmla="*/ 0 h 2797869"/>
              <a:gd name="connsiteX1" fmla="*/ 6862818 w 6862818"/>
              <a:gd name="connsiteY1" fmla="*/ 4826 h 2797869"/>
              <a:gd name="connsiteX2" fmla="*/ 4519459 w 6862818"/>
              <a:gd name="connsiteY2" fmla="*/ 2348184 h 2797869"/>
              <a:gd name="connsiteX3" fmla="*/ 2348184 w 6862818"/>
              <a:gd name="connsiteY3" fmla="*/ 2348184 h 27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2818" h="2797869">
                <a:moveTo>
                  <a:pt x="0" y="0"/>
                </a:moveTo>
                <a:lnTo>
                  <a:pt x="6862818" y="4826"/>
                </a:lnTo>
                <a:lnTo>
                  <a:pt x="4519459" y="2348184"/>
                </a:lnTo>
                <a:cubicBezTo>
                  <a:pt x="3919879" y="2947765"/>
                  <a:pt x="2947765" y="2947765"/>
                  <a:pt x="2348184" y="2348184"/>
                </a:cubicBezTo>
                <a:close/>
              </a:path>
            </a:pathLst>
          </a:custGeom>
          <a:noFill/>
          <a:ln w="38100">
            <a:gradFill>
              <a:gsLst>
                <a:gs pos="4000">
                  <a:schemeClr val="bg1">
                    <a:lumMod val="85000"/>
                  </a:schemeClr>
                </a:gs>
                <a:gs pos="86000">
                  <a:schemeClr val="bg1">
                    <a:lumMod val="85000"/>
                    <a:alpha val="0"/>
                  </a:schemeClr>
                </a:gs>
              </a:gsLst>
              <a:lin ang="18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800" dirty="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8508C8AE-251D-2328-84CA-2E415C3C33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3831" y="777213"/>
            <a:ext cx="4777975" cy="830997"/>
          </a:xfrm>
          <a:prstGeom prst="rect">
            <a:avLst/>
          </a:prstGeom>
        </p:spPr>
        <p:txBody>
          <a:bodyPr vert="horz" wrap="none" anchor="b">
            <a:spAutoFit/>
          </a:bodyPr>
          <a:lstStyle>
            <a:lvl1pPr marL="0" indent="0">
              <a:lnSpc>
                <a:spcPct val="80000"/>
              </a:lnSpc>
              <a:buNone/>
              <a:defRPr lang="pt-BR" sz="60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Agenda do dia</a:t>
            </a:r>
          </a:p>
        </p:txBody>
      </p:sp>
    </p:spTree>
    <p:extLst>
      <p:ext uri="{BB962C8B-B14F-4D97-AF65-F5344CB8AC3E}">
        <p14:creationId xmlns:p14="http://schemas.microsoft.com/office/powerpoint/2010/main" val="1054456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0897E4F-A5C7-4D4C-778A-1FC61417D9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C3E52C2C-C8A0-665F-0E32-27E574516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154" y="3142495"/>
            <a:ext cx="5117052" cy="82527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buNone/>
              <a:defRPr lang="pt-BR" sz="96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Anexos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91158C4B-6F32-0B01-F783-34CF1B1018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154" y="4050428"/>
            <a:ext cx="51156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+mn-lt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Capítulo X | Título do capítulo</a:t>
            </a:r>
          </a:p>
        </p:txBody>
      </p:sp>
      <p:sp>
        <p:nvSpPr>
          <p:cNvPr id="9" name="Espaço Reservado para Texto 21">
            <a:extLst>
              <a:ext uri="{FF2B5EF4-FFF2-40B4-BE49-F238E27FC236}">
                <a16:creationId xmlns:a16="http://schemas.microsoft.com/office/drawing/2014/main" id="{37BDB8F1-C250-BB73-61A1-AEF892EF1C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 flipV="1">
            <a:off x="8108091" y="-1787303"/>
            <a:ext cx="2315659" cy="585216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FFE4B99-BC5C-650B-CD05-EE0A8A2148DC}"/>
              </a:ext>
            </a:extLst>
          </p:cNvPr>
          <p:cNvSpPr/>
          <p:nvPr userDrawn="1"/>
        </p:nvSpPr>
        <p:spPr>
          <a:xfrm>
            <a:off x="5992462" y="1547984"/>
            <a:ext cx="6199538" cy="5310016"/>
          </a:xfrm>
          <a:custGeom>
            <a:avLst/>
            <a:gdLst>
              <a:gd name="connsiteX0" fmla="*/ 6121261 w 6199538"/>
              <a:gd name="connsiteY0" fmla="*/ 0 h 5310016"/>
              <a:gd name="connsiteX1" fmla="*/ 6199538 w 6199538"/>
              <a:gd name="connsiteY1" fmla="*/ 3737 h 5310016"/>
              <a:gd name="connsiteX2" fmla="*/ 6199538 w 6199538"/>
              <a:gd name="connsiteY2" fmla="*/ 5310016 h 5310016"/>
              <a:gd name="connsiteX3" fmla="*/ 0 w 6199538"/>
              <a:gd name="connsiteY3" fmla="*/ 5310016 h 5310016"/>
              <a:gd name="connsiteX4" fmla="*/ 4736374 w 6199538"/>
              <a:gd name="connsiteY4" fmla="*/ 573640 h 5310016"/>
              <a:gd name="connsiteX5" fmla="*/ 6121261 w 6199538"/>
              <a:gd name="connsiteY5" fmla="*/ 0 h 53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9538" h="5310016">
                <a:moveTo>
                  <a:pt x="6121261" y="0"/>
                </a:moveTo>
                <a:lnTo>
                  <a:pt x="6199538" y="3737"/>
                </a:lnTo>
                <a:lnTo>
                  <a:pt x="6199538" y="5310016"/>
                </a:lnTo>
                <a:lnTo>
                  <a:pt x="0" y="5310016"/>
                </a:lnTo>
                <a:lnTo>
                  <a:pt x="4736374" y="573640"/>
                </a:lnTo>
                <a:cubicBezTo>
                  <a:pt x="5118800" y="191213"/>
                  <a:pt x="5620031" y="0"/>
                  <a:pt x="61212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" name="Espaço Reservado para Texto 20">
            <a:extLst>
              <a:ext uri="{FF2B5EF4-FFF2-40B4-BE49-F238E27FC236}">
                <a16:creationId xmlns:a16="http://schemas.microsoft.com/office/drawing/2014/main" id="{2A0D0B9A-14FF-1155-AAA5-6612173550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939" y="3055127"/>
            <a:ext cx="1622103" cy="1622100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296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1C335CED-F054-CF00-C96E-C1BA7B7CC803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7E0455B5-6709-8F10-9D8E-7FB46D385688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D8E441-8082-53FF-5A40-76F0E7DD9FF2}"/>
              </a:ext>
            </a:extLst>
          </p:cNvPr>
          <p:cNvSpPr/>
          <p:nvPr userDrawn="1"/>
        </p:nvSpPr>
        <p:spPr>
          <a:xfrm>
            <a:off x="11756957" y="6461398"/>
            <a:ext cx="426575" cy="387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525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2 Título duas linh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D791FBD8-7320-30D7-870B-4ECF766C6C3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9899" y="281953"/>
            <a:ext cx="11243470" cy="8248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</a:t>
            </a:r>
            <a:br>
              <a:rPr lang="pt-BR"/>
            </a:br>
            <a:r>
              <a:rPr lang="pt-BR"/>
              <a:t>o título em duas linhas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D51803D2-E3A4-E1E3-C6CC-C87746747F8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9900" y="1175110"/>
            <a:ext cx="11243469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1940567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drão 2 Título duas linh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Gráfico 8">
            <a:extLst>
              <a:ext uri="{FF2B5EF4-FFF2-40B4-BE49-F238E27FC236}">
                <a16:creationId xmlns:a16="http://schemas.microsoft.com/office/drawing/2014/main" id="{1E0B1E2A-69A2-A7A3-FEBF-F31F3F333202}"/>
              </a:ext>
            </a:extLst>
          </p:cNvPr>
          <p:cNvSpPr>
            <a:spLocks noGrp="1"/>
          </p:cNvSpPr>
          <p:nvPr>
            <p:ph type="chart" sz="quarter" idx="54" hasCustomPrompt="1"/>
          </p:nvPr>
        </p:nvSpPr>
        <p:spPr>
          <a:xfrm>
            <a:off x="469900" y="1901536"/>
            <a:ext cx="11243468" cy="4621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/>
              <a:t>Clique para inserir o conteúdo/ gráfico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DC1FDF8A-CDD1-441A-75BF-F7DA0D9593C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9899" y="281953"/>
            <a:ext cx="11243470" cy="8248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</a:t>
            </a:r>
            <a:br>
              <a:rPr lang="pt-BR"/>
            </a:br>
            <a:r>
              <a:rPr lang="pt-BR"/>
              <a:t>o título em duas linhas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5A81E0F0-2472-C7E5-431B-4FB81528A89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9900" y="1175110"/>
            <a:ext cx="11243469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1747898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1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Gráfico 8">
            <a:extLst>
              <a:ext uri="{FF2B5EF4-FFF2-40B4-BE49-F238E27FC236}">
                <a16:creationId xmlns:a16="http://schemas.microsoft.com/office/drawing/2014/main" id="{2E74C4A8-5C57-0561-CAE3-B1D01C850866}"/>
              </a:ext>
            </a:extLst>
          </p:cNvPr>
          <p:cNvSpPr>
            <a:spLocks noGrp="1"/>
          </p:cNvSpPr>
          <p:nvPr>
            <p:ph type="chart" sz="quarter" idx="54" hasCustomPrompt="1"/>
          </p:nvPr>
        </p:nvSpPr>
        <p:spPr>
          <a:xfrm>
            <a:off x="469900" y="1508760"/>
            <a:ext cx="11243468" cy="50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/>
              <a:t>Clique para inserir o conteúdo/ gráfico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BD9B66C0-1554-3397-7C2E-94044F7006C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FCAC6C2A-F80A-6C39-9B60-FFE359AD68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900316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 -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C6C7FB-5E46-4F04-AA88-A7D4B5CB095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69900" y="1524417"/>
            <a:ext cx="3573463" cy="4999079"/>
          </a:xfrm>
          <a:prstGeom prst="rect">
            <a:avLst/>
          </a:prstGeom>
        </p:spPr>
        <p:txBody>
          <a:bodyPr/>
          <a:lstStyle>
            <a:lvl1pPr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Nunc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 err="1"/>
              <a:t>Pellentesque</a:t>
            </a:r>
            <a:r>
              <a:rPr lang="pt-BR"/>
              <a:t> </a:t>
            </a:r>
            <a:r>
              <a:rPr lang="pt-BR" err="1"/>
              <a:t>habitant</a:t>
            </a:r>
            <a:r>
              <a:rPr lang="pt-BR"/>
              <a:t> </a:t>
            </a:r>
            <a:r>
              <a:rPr lang="pt-BR" err="1"/>
              <a:t>morbi</a:t>
            </a:r>
            <a:r>
              <a:rPr lang="pt-BR"/>
              <a:t> </a:t>
            </a:r>
            <a:r>
              <a:rPr lang="pt-BR" err="1"/>
              <a:t>tristique</a:t>
            </a:r>
            <a:r>
              <a:rPr lang="pt-BR"/>
              <a:t> </a:t>
            </a:r>
            <a:r>
              <a:rPr lang="pt-BR" err="1"/>
              <a:t>senectus</a:t>
            </a:r>
            <a:r>
              <a:rPr lang="pt-BR"/>
              <a:t> et </a:t>
            </a:r>
            <a:r>
              <a:rPr lang="pt-BR" err="1"/>
              <a:t>netus</a:t>
            </a:r>
            <a:r>
              <a:rPr lang="pt-BR"/>
              <a:t> et </a:t>
            </a:r>
            <a:r>
              <a:rPr lang="pt-BR" err="1"/>
              <a:t>malesuada</a:t>
            </a:r>
            <a:r>
              <a:rPr lang="pt-BR"/>
              <a:t> fames ac </a:t>
            </a:r>
            <a:r>
              <a:rPr lang="pt-BR" err="1"/>
              <a:t>turpis</a:t>
            </a:r>
            <a:r>
              <a:rPr lang="pt-BR"/>
              <a:t> </a:t>
            </a:r>
            <a:r>
              <a:rPr lang="pt-BR" err="1"/>
              <a:t>egestas</a:t>
            </a:r>
            <a:r>
              <a:rPr lang="pt-BR"/>
              <a:t>. </a:t>
            </a:r>
            <a:r>
              <a:rPr lang="pt-BR" err="1"/>
              <a:t>Proin</a:t>
            </a:r>
            <a:r>
              <a:rPr lang="pt-BR"/>
              <a:t> </a:t>
            </a:r>
            <a:r>
              <a:rPr lang="pt-BR" err="1"/>
              <a:t>pharetra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pede. </a:t>
            </a:r>
            <a:r>
              <a:rPr lang="pt-BR" err="1"/>
              <a:t>Mauris</a:t>
            </a:r>
            <a:r>
              <a:rPr lang="pt-BR"/>
              <a:t> et </a:t>
            </a:r>
            <a:r>
              <a:rPr lang="pt-BR" err="1"/>
              <a:t>orci</a:t>
            </a:r>
            <a:r>
              <a:rPr lang="pt-BR"/>
              <a:t>.</a:t>
            </a:r>
          </a:p>
          <a:p>
            <a:pPr lvl="0"/>
            <a:endParaRPr lang="pt-BR"/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450CD8C6-A8D0-4F85-C96A-6BB71BDD164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4904" y="1524417"/>
            <a:ext cx="3573463" cy="4999079"/>
          </a:xfrm>
          <a:prstGeom prst="rect">
            <a:avLst/>
          </a:prstGeom>
        </p:spPr>
        <p:txBody>
          <a:bodyPr/>
          <a:lstStyle>
            <a:lvl1pPr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Nunc viverra imperdiet enim. Fusce est. Vivamus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Pellentesque habitant morbi tristique senectus et netus et malesuada fames ac turpis egestas. Proin pharetra nonummy pede. Mauris et orci.</a:t>
            </a:r>
          </a:p>
          <a:p>
            <a:pPr lvl="0"/>
            <a:endParaRPr lang="pt-BR"/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134BAD8E-66FC-D920-FA7B-EE3CE2F705C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39907" y="1524417"/>
            <a:ext cx="3573463" cy="4999079"/>
          </a:xfrm>
          <a:prstGeom prst="rect">
            <a:avLst/>
          </a:prstGeom>
        </p:spPr>
        <p:txBody>
          <a:bodyPr/>
          <a:lstStyle>
            <a:lvl1pPr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Nunc viverra imperdiet enim. Fusce est. Vivamus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Pellentesque habitant morbi tristique senectus et netus et malesuada fames ac turpis egestas. Proin pharetra nonummy pede. Mauris et orci.</a:t>
            </a:r>
          </a:p>
          <a:p>
            <a:pPr lvl="0"/>
            <a:endParaRPr lang="pt-BR"/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385277C5-F366-B2E1-EC63-D124D6181DF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E43A88FC-DF69-6AE0-4A75-9AA91B41188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87851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66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pos="2547">
          <p15:clr>
            <a:srgbClr val="FBAE40"/>
          </p15:clr>
        </p15:guide>
        <p15:guide id="7" pos="4906">
          <p15:clr>
            <a:srgbClr val="FBAE40"/>
          </p15:clr>
        </p15:guide>
        <p15:guide id="8" pos="501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teúdo (gráfico, tabelas, flux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D699E557-3DE3-F564-D476-90CBBFD517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99" y="1508760"/>
            <a:ext cx="1106328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7A445933-5D35-F2E7-5449-2C75C3002F65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469899" y="1978427"/>
            <a:ext cx="11063282" cy="454506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35F54F40-26DF-4028-AB13-9FCCC03317D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56B9DFD0-1052-4CC9-DF83-6805BDA5AF9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185218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35512B79-5B14-3066-C4C9-E07188B9683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69899" y="1508760"/>
            <a:ext cx="5456489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1" name="Espaço Reservado para Conteúdo 8">
            <a:extLst>
              <a:ext uri="{FF2B5EF4-FFF2-40B4-BE49-F238E27FC236}">
                <a16:creationId xmlns:a16="http://schemas.microsoft.com/office/drawing/2014/main" id="{BCB75BD5-E789-4CF9-71FD-1870257F0ECB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69899" y="1981692"/>
            <a:ext cx="5456489" cy="4541805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1" name="Espaço Reservado para Texto 19">
            <a:extLst>
              <a:ext uri="{FF2B5EF4-FFF2-40B4-BE49-F238E27FC236}">
                <a16:creationId xmlns:a16="http://schemas.microsoft.com/office/drawing/2014/main" id="{7A19F24B-10AB-EE07-A1E5-7C6A1803885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256880" y="1512025"/>
            <a:ext cx="5456489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2" name="Espaço Reservado para Conteúdo 8">
            <a:extLst>
              <a:ext uri="{FF2B5EF4-FFF2-40B4-BE49-F238E27FC236}">
                <a16:creationId xmlns:a16="http://schemas.microsoft.com/office/drawing/2014/main" id="{EE37DECA-2E63-5C77-0C34-99DE8579A297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6256880" y="1981692"/>
            <a:ext cx="5456489" cy="4541805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EC6F8414-951D-27B4-8CB3-E4F685A3A9E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3BA18FCC-1548-1C79-65DB-CE7B74BF402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917415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9" pos="3727">
          <p15:clr>
            <a:srgbClr val="FBAE40"/>
          </p15:clr>
        </p15:guide>
        <p15:guide id="10" pos="381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1F8CD151-0226-EAF2-84A6-1F479183663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69900" y="1513066"/>
            <a:ext cx="3554406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5" name="Espaço Reservado para Conteúdo 8">
            <a:extLst>
              <a:ext uri="{FF2B5EF4-FFF2-40B4-BE49-F238E27FC236}">
                <a16:creationId xmlns:a16="http://schemas.microsoft.com/office/drawing/2014/main" id="{92B388E3-F660-32B8-A97A-A89A5F6E5E0E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69900" y="1982733"/>
            <a:ext cx="3554406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68939D45-111E-D35C-4CB5-080E8B060F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14432" y="1513066"/>
            <a:ext cx="3554406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9" name="Espaço Reservado para Conteúdo 8">
            <a:extLst>
              <a:ext uri="{FF2B5EF4-FFF2-40B4-BE49-F238E27FC236}">
                <a16:creationId xmlns:a16="http://schemas.microsoft.com/office/drawing/2014/main" id="{8A4D8637-C317-34AB-649C-36106B57F3D8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4314432" y="1982733"/>
            <a:ext cx="3554406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0" name="Espaço Reservado para Texto 19">
            <a:extLst>
              <a:ext uri="{FF2B5EF4-FFF2-40B4-BE49-F238E27FC236}">
                <a16:creationId xmlns:a16="http://schemas.microsoft.com/office/drawing/2014/main" id="{00CC2290-3E48-D584-67E2-C80E469CFED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58963" y="1513066"/>
            <a:ext cx="3554406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1" name="Espaço Reservado para Conteúdo 8">
            <a:extLst>
              <a:ext uri="{FF2B5EF4-FFF2-40B4-BE49-F238E27FC236}">
                <a16:creationId xmlns:a16="http://schemas.microsoft.com/office/drawing/2014/main" id="{FB1AC450-48D9-3677-39AC-F154BFF967D9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8158963" y="1982733"/>
            <a:ext cx="3554406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61C0D9DC-A58E-5FEF-C8D7-57281716DD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C86C1928-3697-E7B8-195B-FBE49F4ED1D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3442880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66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pos="2547">
          <p15:clr>
            <a:srgbClr val="FBAE40"/>
          </p15:clr>
        </p15:guide>
        <p15:guide id="7" pos="4906">
          <p15:clr>
            <a:srgbClr val="FBAE40"/>
          </p15:clr>
        </p15:guide>
        <p15:guide id="8" pos="501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4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2F0452A9-EA13-DF2F-4205-DCFCFFC142A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69900" y="1513066"/>
            <a:ext cx="2633898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3" name="Espaço Reservado para Conteúdo 8">
            <a:extLst>
              <a:ext uri="{FF2B5EF4-FFF2-40B4-BE49-F238E27FC236}">
                <a16:creationId xmlns:a16="http://schemas.microsoft.com/office/drawing/2014/main" id="{AC4FE352-AFA5-4EA2-8201-7D8B18103D0B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69900" y="1982733"/>
            <a:ext cx="2633898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28516E3D-3F36-13D4-9252-261240B2A3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39757" y="1513066"/>
            <a:ext cx="2633898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9" name="Espaço Reservado para Conteúdo 8">
            <a:extLst>
              <a:ext uri="{FF2B5EF4-FFF2-40B4-BE49-F238E27FC236}">
                <a16:creationId xmlns:a16="http://schemas.microsoft.com/office/drawing/2014/main" id="{DFCCDF11-C1AA-B093-C8C7-85F30B0D2E05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3339757" y="1982733"/>
            <a:ext cx="2633898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0" name="Espaço Reservado para Texto 19">
            <a:extLst>
              <a:ext uri="{FF2B5EF4-FFF2-40B4-BE49-F238E27FC236}">
                <a16:creationId xmlns:a16="http://schemas.microsoft.com/office/drawing/2014/main" id="{6F7ED485-0112-A4E6-11AD-29328215F8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209614" y="1513066"/>
            <a:ext cx="2633898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1" name="Espaço Reservado para Conteúdo 8">
            <a:extLst>
              <a:ext uri="{FF2B5EF4-FFF2-40B4-BE49-F238E27FC236}">
                <a16:creationId xmlns:a16="http://schemas.microsoft.com/office/drawing/2014/main" id="{BBC637E7-B030-2EF6-9AF4-4C0D6963B653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6209614" y="1982733"/>
            <a:ext cx="2633898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2" name="Espaço Reservado para Texto 19">
            <a:extLst>
              <a:ext uri="{FF2B5EF4-FFF2-40B4-BE49-F238E27FC236}">
                <a16:creationId xmlns:a16="http://schemas.microsoft.com/office/drawing/2014/main" id="{2556A3BD-DC39-0D13-52B3-08971EF0374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079471" y="1513066"/>
            <a:ext cx="2633898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3" name="Espaço Reservado para Conteúdo 8">
            <a:extLst>
              <a:ext uri="{FF2B5EF4-FFF2-40B4-BE49-F238E27FC236}">
                <a16:creationId xmlns:a16="http://schemas.microsoft.com/office/drawing/2014/main" id="{395B62F1-E58D-F313-068B-DF648C5C54B9}"/>
              </a:ext>
            </a:extLst>
          </p:cNvPr>
          <p:cNvSpPr>
            <a:spLocks noGrp="1"/>
          </p:cNvSpPr>
          <p:nvPr>
            <p:ph sz="quarter" idx="64" hasCustomPrompt="1"/>
          </p:nvPr>
        </p:nvSpPr>
        <p:spPr>
          <a:xfrm>
            <a:off x="9079471" y="1982733"/>
            <a:ext cx="2633898" cy="4540763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701A9009-E3D7-BE10-392B-3BAD77D0D42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C59314EC-8CD2-6F77-54E2-CCFA9A86A76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474908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048">
          <p15:clr>
            <a:srgbClr val="FBAE40"/>
          </p15:clr>
        </p15:guide>
        <p15:guide id="5" orient="horz" pos="2546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pos="1958">
          <p15:clr>
            <a:srgbClr val="FBAE40"/>
          </p15:clr>
        </p15:guide>
        <p15:guide id="9" pos="3727">
          <p15:clr>
            <a:srgbClr val="FBAE40"/>
          </p15:clr>
        </p15:guide>
        <p15:guide id="10" pos="3817">
          <p15:clr>
            <a:srgbClr val="FBAE40"/>
          </p15:clr>
        </p15:guide>
        <p15:guide id="11" pos="5496">
          <p15:clr>
            <a:srgbClr val="FBAE40"/>
          </p15:clr>
        </p15:guide>
        <p15:guide id="12" pos="558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2 p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F47674BE-E55B-F18A-8B07-2CD75D39E29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69899" y="1511339"/>
            <a:ext cx="11243469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8" name="Espaço Reservado para Conteúdo 8">
            <a:extLst>
              <a:ext uri="{FF2B5EF4-FFF2-40B4-BE49-F238E27FC236}">
                <a16:creationId xmlns:a16="http://schemas.microsoft.com/office/drawing/2014/main" id="{40922457-0C60-D370-C107-DBC91A800CAB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69899" y="1981007"/>
            <a:ext cx="11243469" cy="1884411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C6BA8EC3-48C9-0880-4B3C-64AD841DA8C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4E8027E6-E155-8706-C203-2FBD1425596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A94F134F-E3A1-000C-95B9-B9D1FF0CB4E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9899" y="4171412"/>
            <a:ext cx="11243469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2D60953-70E7-5D8E-545E-C83FEA45F97A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469899" y="4641080"/>
            <a:ext cx="11243469" cy="1884411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881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2455">
          <p15:clr>
            <a:srgbClr val="FBAE40"/>
          </p15:clr>
        </p15:guide>
        <p15:guide id="7" orient="horz" pos="25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4 p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77B0A0A6-6A7E-A26C-6C71-AACEA769608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900" y="1513088"/>
            <a:ext cx="5466444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2" name="Espaço Reservado para Conteúdo 8">
            <a:extLst>
              <a:ext uri="{FF2B5EF4-FFF2-40B4-BE49-F238E27FC236}">
                <a16:creationId xmlns:a16="http://schemas.microsoft.com/office/drawing/2014/main" id="{1D734BA5-DB4D-2278-3684-DA339C549BF1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469900" y="1982756"/>
            <a:ext cx="5466444" cy="188066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5" name="Espaço Reservado para Texto 19">
            <a:extLst>
              <a:ext uri="{FF2B5EF4-FFF2-40B4-BE49-F238E27FC236}">
                <a16:creationId xmlns:a16="http://schemas.microsoft.com/office/drawing/2014/main" id="{4AB139D9-E37E-6206-0683-4A0A900AC18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46925" y="1513088"/>
            <a:ext cx="5466444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6" name="Espaço Reservado para Conteúdo 8">
            <a:extLst>
              <a:ext uri="{FF2B5EF4-FFF2-40B4-BE49-F238E27FC236}">
                <a16:creationId xmlns:a16="http://schemas.microsoft.com/office/drawing/2014/main" id="{9C20A873-EF85-542D-B7FD-B33A7795DA3C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6246925" y="1982756"/>
            <a:ext cx="5466444" cy="188066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0AC62DEB-4A17-1FE2-F2ED-9981D08650C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DEC69A31-1564-AEB7-E7DB-12E6092DA1F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394EA9CF-3273-179B-7070-B5999F2F361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9900" y="4162770"/>
            <a:ext cx="5466444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3" name="Espaço Reservado para Conteúdo 8">
            <a:extLst>
              <a:ext uri="{FF2B5EF4-FFF2-40B4-BE49-F238E27FC236}">
                <a16:creationId xmlns:a16="http://schemas.microsoft.com/office/drawing/2014/main" id="{2C04C844-64F9-F5DC-3818-C77F65BA62B4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469900" y="4632438"/>
            <a:ext cx="5466444" cy="188066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1CFF033A-A1B8-2C4C-8434-7AC9C5B8DCA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46925" y="4162770"/>
            <a:ext cx="5466444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5" name="Espaço Reservado para Conteúdo 8">
            <a:extLst>
              <a:ext uri="{FF2B5EF4-FFF2-40B4-BE49-F238E27FC236}">
                <a16:creationId xmlns:a16="http://schemas.microsoft.com/office/drawing/2014/main" id="{B6CFCF5F-208D-6420-5701-8BA823EB9E5A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6246925" y="4632438"/>
            <a:ext cx="5466444" cy="188066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18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5" orient="horz" pos="2546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9" pos="3727">
          <p15:clr>
            <a:srgbClr val="FBAE40"/>
          </p15:clr>
        </p15:guide>
        <p15:guide id="10" pos="381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6 p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77B0A0A6-6A7E-A26C-6C71-AACEA769608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900" y="1515156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2" name="Espaço Reservado para Conteúdo 8">
            <a:extLst>
              <a:ext uri="{FF2B5EF4-FFF2-40B4-BE49-F238E27FC236}">
                <a16:creationId xmlns:a16="http://schemas.microsoft.com/office/drawing/2014/main" id="{1D734BA5-DB4D-2278-3684-DA339C549BF1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469900" y="1984824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5" name="Espaço Reservado para Texto 19">
            <a:extLst>
              <a:ext uri="{FF2B5EF4-FFF2-40B4-BE49-F238E27FC236}">
                <a16:creationId xmlns:a16="http://schemas.microsoft.com/office/drawing/2014/main" id="{4AB139D9-E37E-6206-0683-4A0A900AC18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56327" y="1515156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6" name="Espaço Reservado para Conteúdo 8">
            <a:extLst>
              <a:ext uri="{FF2B5EF4-FFF2-40B4-BE49-F238E27FC236}">
                <a16:creationId xmlns:a16="http://schemas.microsoft.com/office/drawing/2014/main" id="{9C20A873-EF85-542D-B7FD-B33A7795DA3C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8156327" y="1984824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0AC62DEB-4A17-1FE2-F2ED-9981D08650C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DEC69A31-1564-AEB7-E7DB-12E6092DA1F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FB23FB6D-A227-12DD-4EFB-404B3BECD37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313113" y="1515156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96039E08-D198-3772-44A7-4F7BDDA7831F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4313113" y="1984824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8EDD4879-67D5-AF7C-1B51-D111873BA2D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69900" y="4175228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3" name="Espaço Reservado para Conteúdo 8">
            <a:extLst>
              <a:ext uri="{FF2B5EF4-FFF2-40B4-BE49-F238E27FC236}">
                <a16:creationId xmlns:a16="http://schemas.microsoft.com/office/drawing/2014/main" id="{10B5883D-11A6-B111-48E1-3D247893852D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469900" y="4644896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51BB23EF-B581-7099-9354-D3C7164A4C7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156327" y="4175228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5" name="Espaço Reservado para Conteúdo 8">
            <a:extLst>
              <a:ext uri="{FF2B5EF4-FFF2-40B4-BE49-F238E27FC236}">
                <a16:creationId xmlns:a16="http://schemas.microsoft.com/office/drawing/2014/main" id="{859CBD9E-C4DA-A4B5-F30A-260791B8CF56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8156327" y="4644896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1FC49D3E-DA98-7880-2A2C-CED8E1575180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313113" y="4175228"/>
            <a:ext cx="355704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7" name="Espaço Reservado para Conteúdo 8">
            <a:extLst>
              <a:ext uri="{FF2B5EF4-FFF2-40B4-BE49-F238E27FC236}">
                <a16:creationId xmlns:a16="http://schemas.microsoft.com/office/drawing/2014/main" id="{BF69353F-51B7-3D88-5A45-2250716AD095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4313113" y="4644896"/>
            <a:ext cx="3557042" cy="1878600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994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5" orient="horz" pos="2546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9" pos="3727">
          <p15:clr>
            <a:srgbClr val="FBAE40"/>
          </p15:clr>
        </p15:guide>
        <p15:guide id="10" pos="381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5 part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210A7F73-AA49-373A-F26B-EF5CD5CAD01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900" y="1516528"/>
            <a:ext cx="3492500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5" name="Espaço Reservado para Conteúdo 8">
            <a:extLst>
              <a:ext uri="{FF2B5EF4-FFF2-40B4-BE49-F238E27FC236}">
                <a16:creationId xmlns:a16="http://schemas.microsoft.com/office/drawing/2014/main" id="{1F754F45-CF11-2101-9477-74E53F065E6A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469900" y="1986196"/>
            <a:ext cx="3492500" cy="4537302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365152CA-8CFF-C20F-9748-D929A6C40B8B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345385" y="1516528"/>
            <a:ext cx="3492500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29" name="Espaço Reservado para Conteúdo 8">
            <a:extLst>
              <a:ext uri="{FF2B5EF4-FFF2-40B4-BE49-F238E27FC236}">
                <a16:creationId xmlns:a16="http://schemas.microsoft.com/office/drawing/2014/main" id="{5A4AAC55-9CC8-B12F-61A2-E6D55CA41E64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4345384" y="1986196"/>
            <a:ext cx="3492500" cy="187722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56" name="Espaço Reservado para Texto 19">
            <a:extLst>
              <a:ext uri="{FF2B5EF4-FFF2-40B4-BE49-F238E27FC236}">
                <a16:creationId xmlns:a16="http://schemas.microsoft.com/office/drawing/2014/main" id="{418841DF-22C3-F4E3-9462-7415F6939D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220869" y="1516528"/>
            <a:ext cx="3492500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57" name="Espaço Reservado para Conteúdo 8">
            <a:extLst>
              <a:ext uri="{FF2B5EF4-FFF2-40B4-BE49-F238E27FC236}">
                <a16:creationId xmlns:a16="http://schemas.microsoft.com/office/drawing/2014/main" id="{3E22563A-C2AC-9491-0681-4C41129B4964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8220869" y="1986196"/>
            <a:ext cx="3492500" cy="187722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40100CD0-BFAD-5CF3-D02F-DF440F32A3C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6A0A7356-C955-CBBD-2DA2-845743C22AC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37E2343D-6D4C-6A08-08A4-9606B74AC9FE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345385" y="4176601"/>
            <a:ext cx="3492500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4C22A894-9C20-0890-9645-4C621C9C9996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4345384" y="4646269"/>
            <a:ext cx="3492500" cy="187722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361C7081-DC6B-94B4-C543-7DFCFDCBAFC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220869" y="4176601"/>
            <a:ext cx="3492500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1" name="Espaço Reservado para Conteúdo 8">
            <a:extLst>
              <a:ext uri="{FF2B5EF4-FFF2-40B4-BE49-F238E27FC236}">
                <a16:creationId xmlns:a16="http://schemas.microsoft.com/office/drawing/2014/main" id="{7CA62A4F-72CB-CDC1-B61C-3048C63A00ED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8220869" y="4646269"/>
            <a:ext cx="3492500" cy="187722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77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66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pos="2525">
          <p15:clr>
            <a:srgbClr val="FBAE40"/>
          </p15:clr>
        </p15:guide>
        <p15:guide id="7" pos="4906">
          <p15:clr>
            <a:srgbClr val="FBAE40"/>
          </p15:clr>
        </p15:guide>
        <p15:guide id="8" pos="501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8 p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spaço Reservado para Texto 19">
            <a:extLst>
              <a:ext uri="{FF2B5EF4-FFF2-40B4-BE49-F238E27FC236}">
                <a16:creationId xmlns:a16="http://schemas.microsoft.com/office/drawing/2014/main" id="{28ECFC62-2507-9E22-E4E8-C6AAA3CD835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69899" y="1512802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41" name="Espaço Reservado para Conteúdo 8">
            <a:extLst>
              <a:ext uri="{FF2B5EF4-FFF2-40B4-BE49-F238E27FC236}">
                <a16:creationId xmlns:a16="http://schemas.microsoft.com/office/drawing/2014/main" id="{BAA8D868-110F-704B-06F9-895F6627F5D0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469899" y="1982470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2" name="Espaço Reservado para Texto 19">
            <a:extLst>
              <a:ext uri="{FF2B5EF4-FFF2-40B4-BE49-F238E27FC236}">
                <a16:creationId xmlns:a16="http://schemas.microsoft.com/office/drawing/2014/main" id="{D4791D69-6123-1E42-ED3D-CBA767D4FF0B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324489" y="1512802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43" name="Espaço Reservado para Conteúdo 8">
            <a:extLst>
              <a:ext uri="{FF2B5EF4-FFF2-40B4-BE49-F238E27FC236}">
                <a16:creationId xmlns:a16="http://schemas.microsoft.com/office/drawing/2014/main" id="{292A420D-EAC8-ADD7-4BF4-986E3CD3C95A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3324489" y="1982470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4" name="Espaço Reservado para Texto 19">
            <a:extLst>
              <a:ext uri="{FF2B5EF4-FFF2-40B4-BE49-F238E27FC236}">
                <a16:creationId xmlns:a16="http://schemas.microsoft.com/office/drawing/2014/main" id="{D799CDFB-AF3B-6B97-5681-82C43CA771B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179079" y="1512802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45" name="Espaço Reservado para Conteúdo 8">
            <a:extLst>
              <a:ext uri="{FF2B5EF4-FFF2-40B4-BE49-F238E27FC236}">
                <a16:creationId xmlns:a16="http://schemas.microsoft.com/office/drawing/2014/main" id="{667DFF32-36C6-E031-3EC8-5554CAB8FF6A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6179079" y="1982470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46" name="Espaço Reservado para Texto 19">
            <a:extLst>
              <a:ext uri="{FF2B5EF4-FFF2-40B4-BE49-F238E27FC236}">
                <a16:creationId xmlns:a16="http://schemas.microsoft.com/office/drawing/2014/main" id="{01CBA6A6-94A5-E637-6DBD-BAC3905C7F8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033668" y="1512802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47" name="Espaço Reservado para Conteúdo 8">
            <a:extLst>
              <a:ext uri="{FF2B5EF4-FFF2-40B4-BE49-F238E27FC236}">
                <a16:creationId xmlns:a16="http://schemas.microsoft.com/office/drawing/2014/main" id="{F4F733F8-104A-F5C1-ED4A-9009FD8A8413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9033668" y="1982470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1701BC03-74E0-3F09-F257-BF6383B7B0B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D480BFB7-21F7-39BD-C4D8-F287D966373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81F95F4E-7654-8404-54CA-92B77131AE7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69899" y="4172876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8A23060D-5D0A-E959-962A-47CBDFD72707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469899" y="4642544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992C3972-881D-7048-F431-BA05593FCDD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324489" y="4172876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1" name="Espaço Reservado para Conteúdo 8">
            <a:extLst>
              <a:ext uri="{FF2B5EF4-FFF2-40B4-BE49-F238E27FC236}">
                <a16:creationId xmlns:a16="http://schemas.microsoft.com/office/drawing/2014/main" id="{103819A4-915D-0136-8D4E-16ED296DCBA6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3324489" y="4642544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663A5131-FA3E-8882-28B0-2C0E10A398A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179079" y="4172876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3" name="Espaço Reservado para Conteúdo 8">
            <a:extLst>
              <a:ext uri="{FF2B5EF4-FFF2-40B4-BE49-F238E27FC236}">
                <a16:creationId xmlns:a16="http://schemas.microsoft.com/office/drawing/2014/main" id="{05A626DD-0160-144C-2C77-7501B0CE89A2}"/>
              </a:ext>
            </a:extLst>
          </p:cNvPr>
          <p:cNvSpPr>
            <a:spLocks noGrp="1"/>
          </p:cNvSpPr>
          <p:nvPr>
            <p:ph sz="quarter" idx="88" hasCustomPrompt="1"/>
          </p:nvPr>
        </p:nvSpPr>
        <p:spPr>
          <a:xfrm>
            <a:off x="6179079" y="4642544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720C22BD-1A88-D7FE-6D36-63C96F7F52A8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033668" y="4172876"/>
            <a:ext cx="2679701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5" name="Espaço Reservado para Conteúdo 8">
            <a:extLst>
              <a:ext uri="{FF2B5EF4-FFF2-40B4-BE49-F238E27FC236}">
                <a16:creationId xmlns:a16="http://schemas.microsoft.com/office/drawing/2014/main" id="{1BBAD6A6-AB72-D9D4-5CBA-9EC2E22B4999}"/>
              </a:ext>
            </a:extLst>
          </p:cNvPr>
          <p:cNvSpPr>
            <a:spLocks noGrp="1"/>
          </p:cNvSpPr>
          <p:nvPr>
            <p:ph sz="quarter" idx="90" hasCustomPrompt="1"/>
          </p:nvPr>
        </p:nvSpPr>
        <p:spPr>
          <a:xfrm>
            <a:off x="9033668" y="4642544"/>
            <a:ext cx="2679701" cy="1880954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541338" indent="0">
              <a:buClr>
                <a:schemeClr val="accent1"/>
              </a:buClr>
              <a:buFont typeface="Courier New" panose="02070309020205020404" pitchFamily="49" charset="0"/>
              <a:buNone/>
              <a:defRPr lang="pt-BR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212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048">
          <p15:clr>
            <a:srgbClr val="FBAE40"/>
          </p15:clr>
        </p15:guide>
        <p15:guide id="5" orient="horz" pos="2546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pos="1958">
          <p15:clr>
            <a:srgbClr val="FBAE40"/>
          </p15:clr>
        </p15:guide>
        <p15:guide id="9" pos="3727">
          <p15:clr>
            <a:srgbClr val="FBAE40"/>
          </p15:clr>
        </p15:guide>
        <p15:guide id="10" pos="3817">
          <p15:clr>
            <a:srgbClr val="FBAE40"/>
          </p15:clr>
        </p15:guide>
        <p15:guide id="11" pos="5496">
          <p15:clr>
            <a:srgbClr val="FBAE40"/>
          </p15:clr>
        </p15:guide>
        <p15:guide id="12" pos="558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en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tângulo 153">
            <a:extLst>
              <a:ext uri="{FF2B5EF4-FFF2-40B4-BE49-F238E27FC236}">
                <a16:creationId xmlns:a16="http://schemas.microsoft.com/office/drawing/2014/main" id="{007737EA-1079-2A98-2425-2267B3A52833}"/>
              </a:ext>
            </a:extLst>
          </p:cNvPr>
          <p:cNvSpPr/>
          <p:nvPr userDrawn="1"/>
        </p:nvSpPr>
        <p:spPr>
          <a:xfrm>
            <a:off x="469898" y="1494515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1" name="Retângulo 170">
            <a:extLst>
              <a:ext uri="{FF2B5EF4-FFF2-40B4-BE49-F238E27FC236}">
                <a16:creationId xmlns:a16="http://schemas.microsoft.com/office/drawing/2014/main" id="{D6652E26-5F32-0037-8DD4-317A0CFAACAE}"/>
              </a:ext>
            </a:extLst>
          </p:cNvPr>
          <p:cNvSpPr/>
          <p:nvPr userDrawn="1"/>
        </p:nvSpPr>
        <p:spPr>
          <a:xfrm>
            <a:off x="2740244" y="1494515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2" name="Retângulo 171">
            <a:extLst>
              <a:ext uri="{FF2B5EF4-FFF2-40B4-BE49-F238E27FC236}">
                <a16:creationId xmlns:a16="http://schemas.microsoft.com/office/drawing/2014/main" id="{9B08F68D-A517-E1C0-C4F4-08ADF6445AD5}"/>
              </a:ext>
            </a:extLst>
          </p:cNvPr>
          <p:cNvSpPr/>
          <p:nvPr userDrawn="1"/>
        </p:nvSpPr>
        <p:spPr>
          <a:xfrm>
            <a:off x="5010590" y="1494515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3" name="Retângulo 172">
            <a:extLst>
              <a:ext uri="{FF2B5EF4-FFF2-40B4-BE49-F238E27FC236}">
                <a16:creationId xmlns:a16="http://schemas.microsoft.com/office/drawing/2014/main" id="{DA863CCF-F14C-40E1-50D7-6C7A5173B430}"/>
              </a:ext>
            </a:extLst>
          </p:cNvPr>
          <p:cNvSpPr/>
          <p:nvPr userDrawn="1"/>
        </p:nvSpPr>
        <p:spPr>
          <a:xfrm>
            <a:off x="7280936" y="1494515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4" name="Retângulo 173">
            <a:extLst>
              <a:ext uri="{FF2B5EF4-FFF2-40B4-BE49-F238E27FC236}">
                <a16:creationId xmlns:a16="http://schemas.microsoft.com/office/drawing/2014/main" id="{7DC3DDF9-2423-47C4-5824-BFB305718FF3}"/>
              </a:ext>
            </a:extLst>
          </p:cNvPr>
          <p:cNvSpPr/>
          <p:nvPr userDrawn="1"/>
        </p:nvSpPr>
        <p:spPr>
          <a:xfrm>
            <a:off x="9551282" y="1494515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7" name="Retângulo 176">
            <a:extLst>
              <a:ext uri="{FF2B5EF4-FFF2-40B4-BE49-F238E27FC236}">
                <a16:creationId xmlns:a16="http://schemas.microsoft.com/office/drawing/2014/main" id="{E6C33DD1-B7DE-2667-E8DB-48882E54F782}"/>
              </a:ext>
            </a:extLst>
          </p:cNvPr>
          <p:cNvSpPr/>
          <p:nvPr userDrawn="1"/>
        </p:nvSpPr>
        <p:spPr>
          <a:xfrm>
            <a:off x="469898" y="2521986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8" name="Retângulo 177">
            <a:extLst>
              <a:ext uri="{FF2B5EF4-FFF2-40B4-BE49-F238E27FC236}">
                <a16:creationId xmlns:a16="http://schemas.microsoft.com/office/drawing/2014/main" id="{F8AF3922-4536-4A4D-8520-D630B9889C74}"/>
              </a:ext>
            </a:extLst>
          </p:cNvPr>
          <p:cNvSpPr/>
          <p:nvPr userDrawn="1"/>
        </p:nvSpPr>
        <p:spPr>
          <a:xfrm>
            <a:off x="2740244" y="2521986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79" name="Retângulo 178">
            <a:extLst>
              <a:ext uri="{FF2B5EF4-FFF2-40B4-BE49-F238E27FC236}">
                <a16:creationId xmlns:a16="http://schemas.microsoft.com/office/drawing/2014/main" id="{4E9ECB28-0480-CF3C-B633-1F0247065254}"/>
              </a:ext>
            </a:extLst>
          </p:cNvPr>
          <p:cNvSpPr/>
          <p:nvPr userDrawn="1"/>
        </p:nvSpPr>
        <p:spPr>
          <a:xfrm>
            <a:off x="5010590" y="2521986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0" name="Retângulo 179">
            <a:extLst>
              <a:ext uri="{FF2B5EF4-FFF2-40B4-BE49-F238E27FC236}">
                <a16:creationId xmlns:a16="http://schemas.microsoft.com/office/drawing/2014/main" id="{4EF243DD-4EEF-576F-4209-7A406F795C28}"/>
              </a:ext>
            </a:extLst>
          </p:cNvPr>
          <p:cNvSpPr/>
          <p:nvPr userDrawn="1"/>
        </p:nvSpPr>
        <p:spPr>
          <a:xfrm>
            <a:off x="7280936" y="2521986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69445960-A549-AE82-24AC-62F033A661E2}"/>
              </a:ext>
            </a:extLst>
          </p:cNvPr>
          <p:cNvSpPr/>
          <p:nvPr userDrawn="1"/>
        </p:nvSpPr>
        <p:spPr>
          <a:xfrm>
            <a:off x="9551282" y="2521986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3" name="Retângulo 182">
            <a:extLst>
              <a:ext uri="{FF2B5EF4-FFF2-40B4-BE49-F238E27FC236}">
                <a16:creationId xmlns:a16="http://schemas.microsoft.com/office/drawing/2014/main" id="{C0607BD3-58FE-9F53-00BF-2C78583C1848}"/>
              </a:ext>
            </a:extLst>
          </p:cNvPr>
          <p:cNvSpPr/>
          <p:nvPr userDrawn="1"/>
        </p:nvSpPr>
        <p:spPr>
          <a:xfrm>
            <a:off x="469898" y="3549457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4" name="Retângulo 183">
            <a:extLst>
              <a:ext uri="{FF2B5EF4-FFF2-40B4-BE49-F238E27FC236}">
                <a16:creationId xmlns:a16="http://schemas.microsoft.com/office/drawing/2014/main" id="{689C741D-3077-6457-AFB8-D96DFA583C0C}"/>
              </a:ext>
            </a:extLst>
          </p:cNvPr>
          <p:cNvSpPr/>
          <p:nvPr userDrawn="1"/>
        </p:nvSpPr>
        <p:spPr>
          <a:xfrm>
            <a:off x="2740244" y="3549457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5" name="Retângulo 184">
            <a:extLst>
              <a:ext uri="{FF2B5EF4-FFF2-40B4-BE49-F238E27FC236}">
                <a16:creationId xmlns:a16="http://schemas.microsoft.com/office/drawing/2014/main" id="{5BC5621E-42A7-29AA-90F1-2EC3DE950DBF}"/>
              </a:ext>
            </a:extLst>
          </p:cNvPr>
          <p:cNvSpPr/>
          <p:nvPr userDrawn="1"/>
        </p:nvSpPr>
        <p:spPr>
          <a:xfrm>
            <a:off x="5010590" y="3549457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9AC24B18-B461-7319-2861-3C442E9A3BA1}"/>
              </a:ext>
            </a:extLst>
          </p:cNvPr>
          <p:cNvSpPr/>
          <p:nvPr userDrawn="1"/>
        </p:nvSpPr>
        <p:spPr>
          <a:xfrm>
            <a:off x="7280936" y="3549457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7" name="Retângulo 186">
            <a:extLst>
              <a:ext uri="{FF2B5EF4-FFF2-40B4-BE49-F238E27FC236}">
                <a16:creationId xmlns:a16="http://schemas.microsoft.com/office/drawing/2014/main" id="{5379C7A3-DA0E-3811-C0F8-19EE0D99BBFF}"/>
              </a:ext>
            </a:extLst>
          </p:cNvPr>
          <p:cNvSpPr/>
          <p:nvPr userDrawn="1"/>
        </p:nvSpPr>
        <p:spPr>
          <a:xfrm>
            <a:off x="9551282" y="3549457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89" name="Retângulo 188">
            <a:extLst>
              <a:ext uri="{FF2B5EF4-FFF2-40B4-BE49-F238E27FC236}">
                <a16:creationId xmlns:a16="http://schemas.microsoft.com/office/drawing/2014/main" id="{3AFAB060-ACBB-3A37-E7CB-13D58302930A}"/>
              </a:ext>
            </a:extLst>
          </p:cNvPr>
          <p:cNvSpPr/>
          <p:nvPr userDrawn="1"/>
        </p:nvSpPr>
        <p:spPr>
          <a:xfrm>
            <a:off x="469898" y="4576928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90" name="Retângulo 189">
            <a:extLst>
              <a:ext uri="{FF2B5EF4-FFF2-40B4-BE49-F238E27FC236}">
                <a16:creationId xmlns:a16="http://schemas.microsoft.com/office/drawing/2014/main" id="{8B3A6FF8-F8E2-6445-F430-5572907D2900}"/>
              </a:ext>
            </a:extLst>
          </p:cNvPr>
          <p:cNvSpPr/>
          <p:nvPr userDrawn="1"/>
        </p:nvSpPr>
        <p:spPr>
          <a:xfrm>
            <a:off x="2740244" y="4576928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91" name="Retângulo 190">
            <a:extLst>
              <a:ext uri="{FF2B5EF4-FFF2-40B4-BE49-F238E27FC236}">
                <a16:creationId xmlns:a16="http://schemas.microsoft.com/office/drawing/2014/main" id="{F725DDE7-396D-A44D-15B8-2E080E4E051A}"/>
              </a:ext>
            </a:extLst>
          </p:cNvPr>
          <p:cNvSpPr/>
          <p:nvPr userDrawn="1"/>
        </p:nvSpPr>
        <p:spPr>
          <a:xfrm>
            <a:off x="5010590" y="4576928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F6F6C4F9-FD69-BC5E-0B69-BBD40BBCDA36}"/>
              </a:ext>
            </a:extLst>
          </p:cNvPr>
          <p:cNvSpPr/>
          <p:nvPr userDrawn="1"/>
        </p:nvSpPr>
        <p:spPr>
          <a:xfrm>
            <a:off x="7280936" y="4576928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93" name="Retângulo 192">
            <a:extLst>
              <a:ext uri="{FF2B5EF4-FFF2-40B4-BE49-F238E27FC236}">
                <a16:creationId xmlns:a16="http://schemas.microsoft.com/office/drawing/2014/main" id="{DABDB0AD-B935-6DB1-53FC-EEAE74F0649E}"/>
              </a:ext>
            </a:extLst>
          </p:cNvPr>
          <p:cNvSpPr/>
          <p:nvPr userDrawn="1"/>
        </p:nvSpPr>
        <p:spPr>
          <a:xfrm>
            <a:off x="9551282" y="4576928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195" name="Retângulo 194">
            <a:extLst>
              <a:ext uri="{FF2B5EF4-FFF2-40B4-BE49-F238E27FC236}">
                <a16:creationId xmlns:a16="http://schemas.microsoft.com/office/drawing/2014/main" id="{56758216-3329-BE8B-5450-C1F731D43968}"/>
              </a:ext>
            </a:extLst>
          </p:cNvPr>
          <p:cNvSpPr/>
          <p:nvPr userDrawn="1"/>
        </p:nvSpPr>
        <p:spPr>
          <a:xfrm>
            <a:off x="469898" y="5604399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B5D35F47-A754-264B-E395-7840DE02CAFA}"/>
              </a:ext>
            </a:extLst>
          </p:cNvPr>
          <p:cNvSpPr/>
          <p:nvPr userDrawn="1"/>
        </p:nvSpPr>
        <p:spPr>
          <a:xfrm>
            <a:off x="2740244" y="5604399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Retângulo 196">
            <a:extLst>
              <a:ext uri="{FF2B5EF4-FFF2-40B4-BE49-F238E27FC236}">
                <a16:creationId xmlns:a16="http://schemas.microsoft.com/office/drawing/2014/main" id="{7BEC5D9A-D233-4BAC-7704-C93B1C564592}"/>
              </a:ext>
            </a:extLst>
          </p:cNvPr>
          <p:cNvSpPr/>
          <p:nvPr userDrawn="1"/>
        </p:nvSpPr>
        <p:spPr>
          <a:xfrm>
            <a:off x="5010590" y="5604399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3D407E08-C004-15C1-A76F-3B1882F78300}"/>
              </a:ext>
            </a:extLst>
          </p:cNvPr>
          <p:cNvSpPr/>
          <p:nvPr userDrawn="1"/>
        </p:nvSpPr>
        <p:spPr>
          <a:xfrm>
            <a:off x="7280936" y="5604399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9" name="Retângulo 198">
            <a:extLst>
              <a:ext uri="{FF2B5EF4-FFF2-40B4-BE49-F238E27FC236}">
                <a16:creationId xmlns:a16="http://schemas.microsoft.com/office/drawing/2014/main" id="{784DB790-62DA-8697-DE92-6FE2C9552FBD}"/>
              </a:ext>
            </a:extLst>
          </p:cNvPr>
          <p:cNvSpPr/>
          <p:nvPr userDrawn="1"/>
        </p:nvSpPr>
        <p:spPr>
          <a:xfrm>
            <a:off x="9551282" y="5604399"/>
            <a:ext cx="2162087" cy="963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Retângulo 200">
            <a:extLst>
              <a:ext uri="{FF2B5EF4-FFF2-40B4-BE49-F238E27FC236}">
                <a16:creationId xmlns:a16="http://schemas.microsoft.com/office/drawing/2014/main" id="{613C518F-7DF9-053F-9D27-F0E256F7B361}"/>
              </a:ext>
            </a:extLst>
          </p:cNvPr>
          <p:cNvSpPr/>
          <p:nvPr userDrawn="1"/>
        </p:nvSpPr>
        <p:spPr>
          <a:xfrm>
            <a:off x="469898" y="1140563"/>
            <a:ext cx="2162087" cy="2891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S</a:t>
            </a:r>
          </a:p>
        </p:txBody>
      </p:sp>
      <p:sp>
        <p:nvSpPr>
          <p:cNvPr id="202" name="Retângulo 201">
            <a:extLst>
              <a:ext uri="{FF2B5EF4-FFF2-40B4-BE49-F238E27FC236}">
                <a16:creationId xmlns:a16="http://schemas.microsoft.com/office/drawing/2014/main" id="{8E7FB646-3771-5978-D018-B327BA3F98DD}"/>
              </a:ext>
            </a:extLst>
          </p:cNvPr>
          <p:cNvSpPr/>
          <p:nvPr userDrawn="1"/>
        </p:nvSpPr>
        <p:spPr>
          <a:xfrm>
            <a:off x="2740244" y="1140563"/>
            <a:ext cx="2162087" cy="2891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T</a:t>
            </a:r>
          </a:p>
        </p:txBody>
      </p:sp>
      <p:sp>
        <p:nvSpPr>
          <p:cNvPr id="203" name="Retângulo 202">
            <a:extLst>
              <a:ext uri="{FF2B5EF4-FFF2-40B4-BE49-F238E27FC236}">
                <a16:creationId xmlns:a16="http://schemas.microsoft.com/office/drawing/2014/main" id="{F45822FF-2F1C-DA2B-0284-E5D40F7D854B}"/>
              </a:ext>
            </a:extLst>
          </p:cNvPr>
          <p:cNvSpPr/>
          <p:nvPr userDrawn="1"/>
        </p:nvSpPr>
        <p:spPr>
          <a:xfrm>
            <a:off x="5010590" y="1140563"/>
            <a:ext cx="2162087" cy="2891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Q</a:t>
            </a:r>
          </a:p>
        </p:txBody>
      </p:sp>
      <p:sp>
        <p:nvSpPr>
          <p:cNvPr id="204" name="Retângulo 203">
            <a:extLst>
              <a:ext uri="{FF2B5EF4-FFF2-40B4-BE49-F238E27FC236}">
                <a16:creationId xmlns:a16="http://schemas.microsoft.com/office/drawing/2014/main" id="{58174397-3CC8-44C2-B6A9-AF4A93F47DF7}"/>
              </a:ext>
            </a:extLst>
          </p:cNvPr>
          <p:cNvSpPr/>
          <p:nvPr userDrawn="1"/>
        </p:nvSpPr>
        <p:spPr>
          <a:xfrm>
            <a:off x="7280936" y="1140563"/>
            <a:ext cx="2162087" cy="2891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Q</a:t>
            </a:r>
          </a:p>
        </p:txBody>
      </p:sp>
      <p:sp>
        <p:nvSpPr>
          <p:cNvPr id="205" name="Retângulo 204">
            <a:extLst>
              <a:ext uri="{FF2B5EF4-FFF2-40B4-BE49-F238E27FC236}">
                <a16:creationId xmlns:a16="http://schemas.microsoft.com/office/drawing/2014/main" id="{FCC407A9-8715-96D1-4FBB-72668452CE53}"/>
              </a:ext>
            </a:extLst>
          </p:cNvPr>
          <p:cNvSpPr/>
          <p:nvPr userDrawn="1"/>
        </p:nvSpPr>
        <p:spPr>
          <a:xfrm>
            <a:off x="9551282" y="1140563"/>
            <a:ext cx="2162087" cy="2891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S</a:t>
            </a:r>
          </a:p>
        </p:txBody>
      </p:sp>
      <p:sp>
        <p:nvSpPr>
          <p:cNvPr id="206" name="Espaço Reservado para Texto 19">
            <a:extLst>
              <a:ext uri="{FF2B5EF4-FFF2-40B4-BE49-F238E27FC236}">
                <a16:creationId xmlns:a16="http://schemas.microsoft.com/office/drawing/2014/main" id="{A8DE8D77-F7B9-ABBA-B68E-D2652D1992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898" y="1494515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07" name="Espaço Reservado para Texto 19">
            <a:extLst>
              <a:ext uri="{FF2B5EF4-FFF2-40B4-BE49-F238E27FC236}">
                <a16:creationId xmlns:a16="http://schemas.microsoft.com/office/drawing/2014/main" id="{344763FA-514C-8F84-2368-72A7C311E7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5584" y="1721612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08" name="Espaço Reservado para Texto 19">
            <a:extLst>
              <a:ext uri="{FF2B5EF4-FFF2-40B4-BE49-F238E27FC236}">
                <a16:creationId xmlns:a16="http://schemas.microsoft.com/office/drawing/2014/main" id="{E38C8DF6-6E08-6EFC-2717-0F0E6FF8D4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21333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12" name="Espaço Reservado para Texto 19">
            <a:extLst>
              <a:ext uri="{FF2B5EF4-FFF2-40B4-BE49-F238E27FC236}">
                <a16:creationId xmlns:a16="http://schemas.microsoft.com/office/drawing/2014/main" id="{562FAE11-350B-1C91-F9BC-1FEA33D126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40244" y="1494515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13" name="Espaço Reservado para Texto 19">
            <a:extLst>
              <a:ext uri="{FF2B5EF4-FFF2-40B4-BE49-F238E27FC236}">
                <a16:creationId xmlns:a16="http://schemas.microsoft.com/office/drawing/2014/main" id="{3DA9C40D-42CE-4134-9448-40E7DE695D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45930" y="1721612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14" name="Espaço Reservado para Texto 19">
            <a:extLst>
              <a:ext uri="{FF2B5EF4-FFF2-40B4-BE49-F238E27FC236}">
                <a16:creationId xmlns:a16="http://schemas.microsoft.com/office/drawing/2014/main" id="{58864477-0140-8578-08BF-E0F25AC99D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07787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15" name="Espaço Reservado para Texto 19">
            <a:extLst>
              <a:ext uri="{FF2B5EF4-FFF2-40B4-BE49-F238E27FC236}">
                <a16:creationId xmlns:a16="http://schemas.microsoft.com/office/drawing/2014/main" id="{B80EEC16-AECD-A4CC-3B26-60AA6B4296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10590" y="1494515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16" name="Espaço Reservado para Texto 19">
            <a:extLst>
              <a:ext uri="{FF2B5EF4-FFF2-40B4-BE49-F238E27FC236}">
                <a16:creationId xmlns:a16="http://schemas.microsoft.com/office/drawing/2014/main" id="{213788A0-8B9C-463F-C7DC-80BA9FA9D8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6276" y="1721612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17" name="Espaço Reservado para Texto 19">
            <a:extLst>
              <a:ext uri="{FF2B5EF4-FFF2-40B4-BE49-F238E27FC236}">
                <a16:creationId xmlns:a16="http://schemas.microsoft.com/office/drawing/2014/main" id="{63D3F0DC-9740-1AB5-4290-799A863B91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371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18" name="Espaço Reservado para Texto 19">
            <a:extLst>
              <a:ext uri="{FF2B5EF4-FFF2-40B4-BE49-F238E27FC236}">
                <a16:creationId xmlns:a16="http://schemas.microsoft.com/office/drawing/2014/main" id="{19B4D498-2267-7906-37F4-9415B4ACFA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80936" y="1494515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19" name="Espaço Reservado para Texto 19">
            <a:extLst>
              <a:ext uri="{FF2B5EF4-FFF2-40B4-BE49-F238E27FC236}">
                <a16:creationId xmlns:a16="http://schemas.microsoft.com/office/drawing/2014/main" id="{891A3C01-0717-7D68-64BD-02C5F20086E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86622" y="1721612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20" name="Espaço Reservado para Texto 19">
            <a:extLst>
              <a:ext uri="{FF2B5EF4-FFF2-40B4-BE49-F238E27FC236}">
                <a16:creationId xmlns:a16="http://schemas.microsoft.com/office/drawing/2014/main" id="{0BFA765C-8D8F-6794-AEEE-067344DFB40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2025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21" name="Espaço Reservado para Texto 19">
            <a:extLst>
              <a:ext uri="{FF2B5EF4-FFF2-40B4-BE49-F238E27FC236}">
                <a16:creationId xmlns:a16="http://schemas.microsoft.com/office/drawing/2014/main" id="{3C12714E-FDA1-047D-9079-6A99862DCCE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1282" y="1494515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22" name="Espaço Reservado para Texto 19">
            <a:extLst>
              <a:ext uri="{FF2B5EF4-FFF2-40B4-BE49-F238E27FC236}">
                <a16:creationId xmlns:a16="http://schemas.microsoft.com/office/drawing/2014/main" id="{8B6E9219-4813-862C-5025-DFA0F5F9A8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51281" y="1721612"/>
            <a:ext cx="2178093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23" name="Espaço Reservado para Texto 19">
            <a:extLst>
              <a:ext uri="{FF2B5EF4-FFF2-40B4-BE49-F238E27FC236}">
                <a16:creationId xmlns:a16="http://schemas.microsoft.com/office/drawing/2014/main" id="{CDB12C0F-739F-32B3-8C8D-9AC8AA955A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502717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24" name="Espaço Reservado para Texto 19">
            <a:extLst>
              <a:ext uri="{FF2B5EF4-FFF2-40B4-BE49-F238E27FC236}">
                <a16:creationId xmlns:a16="http://schemas.microsoft.com/office/drawing/2014/main" id="{C67FEB1B-5326-07F4-A99B-3137C67973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898" y="2520302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25" name="Espaço Reservado para Texto 19">
            <a:extLst>
              <a:ext uri="{FF2B5EF4-FFF2-40B4-BE49-F238E27FC236}">
                <a16:creationId xmlns:a16="http://schemas.microsoft.com/office/drawing/2014/main" id="{501F8A8F-F5E0-3A05-F1BB-573F6B39513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5584" y="2747399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26" name="Espaço Reservado para Texto 19">
            <a:extLst>
              <a:ext uri="{FF2B5EF4-FFF2-40B4-BE49-F238E27FC236}">
                <a16:creationId xmlns:a16="http://schemas.microsoft.com/office/drawing/2014/main" id="{8ADD6FA6-1714-1C00-CB8A-D3EDFEB3E1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421333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27" name="Espaço Reservado para Texto 19">
            <a:extLst>
              <a:ext uri="{FF2B5EF4-FFF2-40B4-BE49-F238E27FC236}">
                <a16:creationId xmlns:a16="http://schemas.microsoft.com/office/drawing/2014/main" id="{670CECB6-6145-20AE-552C-30FEFBE9C3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40244" y="2520302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28" name="Espaço Reservado para Texto 19">
            <a:extLst>
              <a:ext uri="{FF2B5EF4-FFF2-40B4-BE49-F238E27FC236}">
                <a16:creationId xmlns:a16="http://schemas.microsoft.com/office/drawing/2014/main" id="{5B0B55F8-DE52-C968-BDDC-5026DD84B1B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45930" y="2747399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29" name="Espaço Reservado para Texto 19">
            <a:extLst>
              <a:ext uri="{FF2B5EF4-FFF2-40B4-BE49-F238E27FC236}">
                <a16:creationId xmlns:a16="http://schemas.microsoft.com/office/drawing/2014/main" id="{CE1058FD-004A-9728-7AED-69BB23445C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07787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30" name="Espaço Reservado para Texto 19">
            <a:extLst>
              <a:ext uri="{FF2B5EF4-FFF2-40B4-BE49-F238E27FC236}">
                <a16:creationId xmlns:a16="http://schemas.microsoft.com/office/drawing/2014/main" id="{902C98DF-2BC2-503D-124C-FD3531D5E4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0590" y="2520302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31" name="Espaço Reservado para Texto 19">
            <a:extLst>
              <a:ext uri="{FF2B5EF4-FFF2-40B4-BE49-F238E27FC236}">
                <a16:creationId xmlns:a16="http://schemas.microsoft.com/office/drawing/2014/main" id="{F1A293A1-EF31-8525-3C16-D3EA2E0414D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16276" y="2747399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32" name="Espaço Reservado para Texto 19">
            <a:extLst>
              <a:ext uri="{FF2B5EF4-FFF2-40B4-BE49-F238E27FC236}">
                <a16:creationId xmlns:a16="http://schemas.microsoft.com/office/drawing/2014/main" id="{DB8698EC-BB33-3FA2-F14C-03C16E3F0C4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32371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33" name="Espaço Reservado para Texto 19">
            <a:extLst>
              <a:ext uri="{FF2B5EF4-FFF2-40B4-BE49-F238E27FC236}">
                <a16:creationId xmlns:a16="http://schemas.microsoft.com/office/drawing/2014/main" id="{64C6A39D-AAF8-88F2-0402-1D98AF55DEE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280936" y="2520302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34" name="Espaço Reservado para Texto 19">
            <a:extLst>
              <a:ext uri="{FF2B5EF4-FFF2-40B4-BE49-F238E27FC236}">
                <a16:creationId xmlns:a16="http://schemas.microsoft.com/office/drawing/2014/main" id="{8D8F71B9-6543-2901-3BAC-8A05C1C6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286622" y="2747399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35" name="Espaço Reservado para Texto 19">
            <a:extLst>
              <a:ext uri="{FF2B5EF4-FFF2-40B4-BE49-F238E27FC236}">
                <a16:creationId xmlns:a16="http://schemas.microsoft.com/office/drawing/2014/main" id="{C956F0DE-3E62-E4C7-8540-F220AA592FF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62025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36" name="Espaço Reservado para Texto 19">
            <a:extLst>
              <a:ext uri="{FF2B5EF4-FFF2-40B4-BE49-F238E27FC236}">
                <a16:creationId xmlns:a16="http://schemas.microsoft.com/office/drawing/2014/main" id="{35D9F0DD-7BF7-D872-265E-03742EF761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51282" y="2520302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37" name="Espaço Reservado para Texto 19">
            <a:extLst>
              <a:ext uri="{FF2B5EF4-FFF2-40B4-BE49-F238E27FC236}">
                <a16:creationId xmlns:a16="http://schemas.microsoft.com/office/drawing/2014/main" id="{880B507A-42E6-F7D0-D351-3EF169D78C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51281" y="2747399"/>
            <a:ext cx="2178093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38" name="Espaço Reservado para Texto 19">
            <a:extLst>
              <a:ext uri="{FF2B5EF4-FFF2-40B4-BE49-F238E27FC236}">
                <a16:creationId xmlns:a16="http://schemas.microsoft.com/office/drawing/2014/main" id="{33B7D733-D7E2-45DC-F347-8E196D8438F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502717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39" name="Espaço Reservado para Texto 19">
            <a:extLst>
              <a:ext uri="{FF2B5EF4-FFF2-40B4-BE49-F238E27FC236}">
                <a16:creationId xmlns:a16="http://schemas.microsoft.com/office/drawing/2014/main" id="{F54BD590-0650-3798-58A8-C52A7D51F0A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69898" y="3546089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40" name="Espaço Reservado para Texto 19">
            <a:extLst>
              <a:ext uri="{FF2B5EF4-FFF2-40B4-BE49-F238E27FC236}">
                <a16:creationId xmlns:a16="http://schemas.microsoft.com/office/drawing/2014/main" id="{45F6E776-1DF2-9DAD-943D-A6B7E586DBC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5584" y="3773186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41" name="Espaço Reservado para Texto 19">
            <a:extLst>
              <a:ext uri="{FF2B5EF4-FFF2-40B4-BE49-F238E27FC236}">
                <a16:creationId xmlns:a16="http://schemas.microsoft.com/office/drawing/2014/main" id="{4C171564-6A7B-43D5-8B7A-18E021D2C72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421333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42" name="Espaço Reservado para Texto 19">
            <a:extLst>
              <a:ext uri="{FF2B5EF4-FFF2-40B4-BE49-F238E27FC236}">
                <a16:creationId xmlns:a16="http://schemas.microsoft.com/office/drawing/2014/main" id="{2F7B954E-3BE3-AE34-02D7-E3DC73D8F8C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40244" y="3546089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43" name="Espaço Reservado para Texto 19">
            <a:extLst>
              <a:ext uri="{FF2B5EF4-FFF2-40B4-BE49-F238E27FC236}">
                <a16:creationId xmlns:a16="http://schemas.microsoft.com/office/drawing/2014/main" id="{083C14B1-97B6-C52A-E6BC-AAB8A80AB3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45930" y="3773186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44" name="Espaço Reservado para Texto 19">
            <a:extLst>
              <a:ext uri="{FF2B5EF4-FFF2-40B4-BE49-F238E27FC236}">
                <a16:creationId xmlns:a16="http://schemas.microsoft.com/office/drawing/2014/main" id="{3BEC6C1E-E1B8-3F8A-9C4C-E1AEF83529A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7787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45" name="Espaço Reservado para Texto 19">
            <a:extLst>
              <a:ext uri="{FF2B5EF4-FFF2-40B4-BE49-F238E27FC236}">
                <a16:creationId xmlns:a16="http://schemas.microsoft.com/office/drawing/2014/main" id="{1D52FB96-1BD1-ACE7-FB1C-500FFB7F139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010590" y="3546089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46" name="Espaço Reservado para Texto 19">
            <a:extLst>
              <a:ext uri="{FF2B5EF4-FFF2-40B4-BE49-F238E27FC236}">
                <a16:creationId xmlns:a16="http://schemas.microsoft.com/office/drawing/2014/main" id="{49DB2F77-7E8B-0B02-BB25-3126BA31C1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16276" y="3773186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47" name="Espaço Reservado para Texto 19">
            <a:extLst>
              <a:ext uri="{FF2B5EF4-FFF2-40B4-BE49-F238E27FC236}">
                <a16:creationId xmlns:a16="http://schemas.microsoft.com/office/drawing/2014/main" id="{966CF4DE-89B1-23FC-CAC0-7906CAEEBA7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232371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48" name="Espaço Reservado para Texto 19">
            <a:extLst>
              <a:ext uri="{FF2B5EF4-FFF2-40B4-BE49-F238E27FC236}">
                <a16:creationId xmlns:a16="http://schemas.microsoft.com/office/drawing/2014/main" id="{38736364-25C3-2BE7-4B90-CDE7AFAF07E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280936" y="3546089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49" name="Espaço Reservado para Texto 19">
            <a:extLst>
              <a:ext uri="{FF2B5EF4-FFF2-40B4-BE49-F238E27FC236}">
                <a16:creationId xmlns:a16="http://schemas.microsoft.com/office/drawing/2014/main" id="{F4C3513A-AC98-4DA3-3EB8-42F9B702A5C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286622" y="3773186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50" name="Espaço Reservado para Texto 19">
            <a:extLst>
              <a:ext uri="{FF2B5EF4-FFF2-40B4-BE49-F238E27FC236}">
                <a16:creationId xmlns:a16="http://schemas.microsoft.com/office/drawing/2014/main" id="{9A352FA9-41E7-1C04-052D-48D7748D7CB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962025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51" name="Espaço Reservado para Texto 19">
            <a:extLst>
              <a:ext uri="{FF2B5EF4-FFF2-40B4-BE49-F238E27FC236}">
                <a16:creationId xmlns:a16="http://schemas.microsoft.com/office/drawing/2014/main" id="{1C994C10-C434-57F7-2A40-65C45E7C7E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51282" y="3546089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52" name="Espaço Reservado para Texto 19">
            <a:extLst>
              <a:ext uri="{FF2B5EF4-FFF2-40B4-BE49-F238E27FC236}">
                <a16:creationId xmlns:a16="http://schemas.microsoft.com/office/drawing/2014/main" id="{CDA4DF81-C03F-E781-6D04-2A581D44CD4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51281" y="3773186"/>
            <a:ext cx="2178093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53" name="Espaço Reservado para Texto 19">
            <a:extLst>
              <a:ext uri="{FF2B5EF4-FFF2-40B4-BE49-F238E27FC236}">
                <a16:creationId xmlns:a16="http://schemas.microsoft.com/office/drawing/2014/main" id="{C1E962D8-235E-8407-8C97-B738E7589D6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502717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54" name="Espaço Reservado para Texto 19">
            <a:extLst>
              <a:ext uri="{FF2B5EF4-FFF2-40B4-BE49-F238E27FC236}">
                <a16:creationId xmlns:a16="http://schemas.microsoft.com/office/drawing/2014/main" id="{2B9555D6-2809-CA42-9340-151D77A233D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9898" y="4571876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55" name="Espaço Reservado para Texto 19">
            <a:extLst>
              <a:ext uri="{FF2B5EF4-FFF2-40B4-BE49-F238E27FC236}">
                <a16:creationId xmlns:a16="http://schemas.microsoft.com/office/drawing/2014/main" id="{51103294-1232-08DC-308F-4CF775911FC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5584" y="4798973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56" name="Espaço Reservado para Texto 19">
            <a:extLst>
              <a:ext uri="{FF2B5EF4-FFF2-40B4-BE49-F238E27FC236}">
                <a16:creationId xmlns:a16="http://schemas.microsoft.com/office/drawing/2014/main" id="{B8309EE0-4D77-3196-66B6-054AF5083CC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421333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57" name="Espaço Reservado para Texto 19">
            <a:extLst>
              <a:ext uri="{FF2B5EF4-FFF2-40B4-BE49-F238E27FC236}">
                <a16:creationId xmlns:a16="http://schemas.microsoft.com/office/drawing/2014/main" id="{56718D45-1AD8-5AB0-7E15-2AEAD2D21AD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740244" y="4571876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58" name="Espaço Reservado para Texto 19">
            <a:extLst>
              <a:ext uri="{FF2B5EF4-FFF2-40B4-BE49-F238E27FC236}">
                <a16:creationId xmlns:a16="http://schemas.microsoft.com/office/drawing/2014/main" id="{DD41BFA0-274A-3B08-6941-D025BE18570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745930" y="4798973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59" name="Espaço Reservado para Texto 19">
            <a:extLst>
              <a:ext uri="{FF2B5EF4-FFF2-40B4-BE49-F238E27FC236}">
                <a16:creationId xmlns:a16="http://schemas.microsoft.com/office/drawing/2014/main" id="{E6327BF1-9AD6-F918-8492-B17076A141D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307787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60" name="Espaço Reservado para Texto 19">
            <a:extLst>
              <a:ext uri="{FF2B5EF4-FFF2-40B4-BE49-F238E27FC236}">
                <a16:creationId xmlns:a16="http://schemas.microsoft.com/office/drawing/2014/main" id="{DC49C46D-4B91-4575-F261-694BAA0BD8C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010590" y="4571876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61" name="Espaço Reservado para Texto 19">
            <a:extLst>
              <a:ext uri="{FF2B5EF4-FFF2-40B4-BE49-F238E27FC236}">
                <a16:creationId xmlns:a16="http://schemas.microsoft.com/office/drawing/2014/main" id="{101E2610-9800-F28F-BD87-23B49607C18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16276" y="4798973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62" name="Espaço Reservado para Texto 19">
            <a:extLst>
              <a:ext uri="{FF2B5EF4-FFF2-40B4-BE49-F238E27FC236}">
                <a16:creationId xmlns:a16="http://schemas.microsoft.com/office/drawing/2014/main" id="{BCE00C36-38C6-0E93-D262-4E9903AEB96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32371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63" name="Espaço Reservado para Texto 19">
            <a:extLst>
              <a:ext uri="{FF2B5EF4-FFF2-40B4-BE49-F238E27FC236}">
                <a16:creationId xmlns:a16="http://schemas.microsoft.com/office/drawing/2014/main" id="{3D0DC566-6E4B-800C-DF06-C007431966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80936" y="4571876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64" name="Espaço Reservado para Texto 19">
            <a:extLst>
              <a:ext uri="{FF2B5EF4-FFF2-40B4-BE49-F238E27FC236}">
                <a16:creationId xmlns:a16="http://schemas.microsoft.com/office/drawing/2014/main" id="{E239959F-2D1F-9D42-266E-99052B606B0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286622" y="4798973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65" name="Espaço Reservado para Texto 19">
            <a:extLst>
              <a:ext uri="{FF2B5EF4-FFF2-40B4-BE49-F238E27FC236}">
                <a16:creationId xmlns:a16="http://schemas.microsoft.com/office/drawing/2014/main" id="{2AE158C2-7A2D-5192-21C0-83ACB3A4FB8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962025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66" name="Espaço Reservado para Texto 19">
            <a:extLst>
              <a:ext uri="{FF2B5EF4-FFF2-40B4-BE49-F238E27FC236}">
                <a16:creationId xmlns:a16="http://schemas.microsoft.com/office/drawing/2014/main" id="{C1ABD83A-AE31-E4E3-5AF3-DDBA3A63924A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551282" y="4571876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67" name="Espaço Reservado para Texto 19">
            <a:extLst>
              <a:ext uri="{FF2B5EF4-FFF2-40B4-BE49-F238E27FC236}">
                <a16:creationId xmlns:a16="http://schemas.microsoft.com/office/drawing/2014/main" id="{9F32529C-9531-BE5A-AD47-B1827B2A1A4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551281" y="4798973"/>
            <a:ext cx="2178093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68" name="Espaço Reservado para Texto 19">
            <a:extLst>
              <a:ext uri="{FF2B5EF4-FFF2-40B4-BE49-F238E27FC236}">
                <a16:creationId xmlns:a16="http://schemas.microsoft.com/office/drawing/2014/main" id="{5D9CAD92-E54C-AAAB-779E-80C0EE0CC94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502717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69" name="Espaço Reservado para Texto 19">
            <a:extLst>
              <a:ext uri="{FF2B5EF4-FFF2-40B4-BE49-F238E27FC236}">
                <a16:creationId xmlns:a16="http://schemas.microsoft.com/office/drawing/2014/main" id="{C5225F76-9EEB-D510-BBB1-281AA775AA0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69898" y="5597663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70" name="Espaço Reservado para Texto 19">
            <a:extLst>
              <a:ext uri="{FF2B5EF4-FFF2-40B4-BE49-F238E27FC236}">
                <a16:creationId xmlns:a16="http://schemas.microsoft.com/office/drawing/2014/main" id="{42166709-781C-2708-C314-FA23D01C675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75584" y="5824760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71" name="Espaço Reservado para Texto 19">
            <a:extLst>
              <a:ext uri="{FF2B5EF4-FFF2-40B4-BE49-F238E27FC236}">
                <a16:creationId xmlns:a16="http://schemas.microsoft.com/office/drawing/2014/main" id="{4BA03DA2-0F6E-08B9-C082-AF0FE167B61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421333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72" name="Espaço Reservado para Texto 19">
            <a:extLst>
              <a:ext uri="{FF2B5EF4-FFF2-40B4-BE49-F238E27FC236}">
                <a16:creationId xmlns:a16="http://schemas.microsoft.com/office/drawing/2014/main" id="{64C07496-07F4-DFCB-1E42-A2FA82F04FD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2740244" y="5597663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73" name="Espaço Reservado para Texto 19">
            <a:extLst>
              <a:ext uri="{FF2B5EF4-FFF2-40B4-BE49-F238E27FC236}">
                <a16:creationId xmlns:a16="http://schemas.microsoft.com/office/drawing/2014/main" id="{DDE5A995-E889-D2D5-2EFD-4E5B3B42D384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45930" y="5824760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74" name="Espaço Reservado para Texto 19">
            <a:extLst>
              <a:ext uri="{FF2B5EF4-FFF2-40B4-BE49-F238E27FC236}">
                <a16:creationId xmlns:a16="http://schemas.microsoft.com/office/drawing/2014/main" id="{FEB16F44-2115-97A9-79E1-BFCEF3C8134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307787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75" name="Espaço Reservado para Texto 19">
            <a:extLst>
              <a:ext uri="{FF2B5EF4-FFF2-40B4-BE49-F238E27FC236}">
                <a16:creationId xmlns:a16="http://schemas.microsoft.com/office/drawing/2014/main" id="{5E07175A-4303-81CE-2019-B5492925F284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010590" y="5597663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76" name="Espaço Reservado para Texto 19">
            <a:extLst>
              <a:ext uri="{FF2B5EF4-FFF2-40B4-BE49-F238E27FC236}">
                <a16:creationId xmlns:a16="http://schemas.microsoft.com/office/drawing/2014/main" id="{D4ADDED6-C851-95B8-8987-CC9D3C372F1A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016276" y="5824760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77" name="Espaço Reservado para Texto 19">
            <a:extLst>
              <a:ext uri="{FF2B5EF4-FFF2-40B4-BE49-F238E27FC236}">
                <a16:creationId xmlns:a16="http://schemas.microsoft.com/office/drawing/2014/main" id="{C09DEEC8-D5EB-8C6C-6123-373E3DD381C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232371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78" name="Espaço Reservado para Texto 19">
            <a:extLst>
              <a:ext uri="{FF2B5EF4-FFF2-40B4-BE49-F238E27FC236}">
                <a16:creationId xmlns:a16="http://schemas.microsoft.com/office/drawing/2014/main" id="{32B44FF4-3C9B-5AE2-F285-D4256644CFCE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280936" y="5597663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79" name="Espaço Reservado para Texto 19">
            <a:extLst>
              <a:ext uri="{FF2B5EF4-FFF2-40B4-BE49-F238E27FC236}">
                <a16:creationId xmlns:a16="http://schemas.microsoft.com/office/drawing/2014/main" id="{06865C1A-EF0E-447D-98D2-2C380426688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286622" y="5824760"/>
            <a:ext cx="2172365" cy="275836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80" name="Espaço Reservado para Texto 19">
            <a:extLst>
              <a:ext uri="{FF2B5EF4-FFF2-40B4-BE49-F238E27FC236}">
                <a16:creationId xmlns:a16="http://schemas.microsoft.com/office/drawing/2014/main" id="{6DA68374-6378-C536-8DDE-469FEC481979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962025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81" name="Espaço Reservado para Texto 19">
            <a:extLst>
              <a:ext uri="{FF2B5EF4-FFF2-40B4-BE49-F238E27FC236}">
                <a16:creationId xmlns:a16="http://schemas.microsoft.com/office/drawing/2014/main" id="{E1D6E2EB-EB51-A65F-DB08-CA696D22416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551282" y="5597663"/>
            <a:ext cx="600351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200" dirty="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282" name="Espaço Reservado para Texto 19">
            <a:extLst>
              <a:ext uri="{FF2B5EF4-FFF2-40B4-BE49-F238E27FC236}">
                <a16:creationId xmlns:a16="http://schemas.microsoft.com/office/drawing/2014/main" id="{6CF7851D-DC20-2FE1-86EB-3BD4E2E2F2DC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551281" y="5824760"/>
            <a:ext cx="2178093" cy="28506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72000" indent="-720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283" name="Espaço Reservado para Texto 19">
            <a:extLst>
              <a:ext uri="{FF2B5EF4-FFF2-40B4-BE49-F238E27FC236}">
                <a16:creationId xmlns:a16="http://schemas.microsoft.com/office/drawing/2014/main" id="{F4CF4B0D-EFA0-B62B-9DE5-E5EB8BEF5944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1502717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284" name="Espaço Reservado para Texto 19">
            <a:extLst>
              <a:ext uri="{FF2B5EF4-FFF2-40B4-BE49-F238E27FC236}">
                <a16:creationId xmlns:a16="http://schemas.microsoft.com/office/drawing/2014/main" id="{4311C7FC-A74B-8CE2-400C-C828063E7EB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280936" y="617745"/>
            <a:ext cx="135236" cy="140217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86" name="Espaço Reservado para Texto 19">
            <a:extLst>
              <a:ext uri="{FF2B5EF4-FFF2-40B4-BE49-F238E27FC236}">
                <a16:creationId xmlns:a16="http://schemas.microsoft.com/office/drawing/2014/main" id="{FEDE7703-55EB-125B-B15A-621F790E630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806137" y="617745"/>
            <a:ext cx="135236" cy="140217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88" name="Espaço Reservado para Texto 19">
            <a:extLst>
              <a:ext uri="{FF2B5EF4-FFF2-40B4-BE49-F238E27FC236}">
                <a16:creationId xmlns:a16="http://schemas.microsoft.com/office/drawing/2014/main" id="{D109DD4C-989A-0444-C62C-1156807D809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0347217" y="617745"/>
            <a:ext cx="135236" cy="140217"/>
          </a:xfrm>
          <a:prstGeom prst="ellipse">
            <a:avLst/>
          </a:prstGeom>
          <a:solidFill>
            <a:srgbClr val="73C6A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91" name="Espaço Reservado para Texto 19">
            <a:extLst>
              <a:ext uri="{FF2B5EF4-FFF2-40B4-BE49-F238E27FC236}">
                <a16:creationId xmlns:a16="http://schemas.microsoft.com/office/drawing/2014/main" id="{0DA9C942-2359-E550-0011-DE0EB182B57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0482452" y="486743"/>
            <a:ext cx="1182169" cy="27121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292" name="Espaço Reservado para Texto 19">
            <a:extLst>
              <a:ext uri="{FF2B5EF4-FFF2-40B4-BE49-F238E27FC236}">
                <a16:creationId xmlns:a16="http://schemas.microsoft.com/office/drawing/2014/main" id="{B3B5E6AB-F17D-E95B-734E-034B8150793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951966" y="486743"/>
            <a:ext cx="1182169" cy="27121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293" name="Espaço Reservado para Texto 19">
            <a:extLst>
              <a:ext uri="{FF2B5EF4-FFF2-40B4-BE49-F238E27FC236}">
                <a16:creationId xmlns:a16="http://schemas.microsoft.com/office/drawing/2014/main" id="{ED815D2D-DCDE-2D7A-F71D-3E069CF7762D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410887" y="486743"/>
            <a:ext cx="1182169" cy="271219"/>
          </a:xfrm>
          <a:prstGeom prst="rect">
            <a:avLst/>
          </a:prstGeom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8DA39B0-9980-C4D2-8561-50F0F49D5EA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9899" y="277831"/>
            <a:ext cx="615950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Mês ####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70D1078C-0CB2-FCC4-0FBC-34B878675937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691679" y="1578000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5495EB21-F80C-F7C2-9441-3754D2557C59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691679" y="2603787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58517855-9056-49EA-8CA8-A4183E74BB69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4691679" y="3629574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57783864-97AE-CD93-665D-09E40D139E05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691679" y="4655361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9CD20BFD-FD9D-52C5-7C71-F490540920A9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4691679" y="5681148"/>
            <a:ext cx="135236" cy="1274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1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FF2E29CA-BBC6-B704-3D64-2031530AD4AC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69898" y="982047"/>
            <a:ext cx="11243471" cy="114778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A16AE295-0CE9-310E-2D78-A848D3FFF07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36225" y="982526"/>
            <a:ext cx="464425" cy="0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chemeClr val="accent5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221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iária - T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spaço Reservado para Texto 19">
            <a:extLst>
              <a:ext uri="{FF2B5EF4-FFF2-40B4-BE49-F238E27FC236}">
                <a16:creationId xmlns:a16="http://schemas.microsoft.com/office/drawing/2014/main" id="{3ACAD238-2E78-88E2-A08D-B8D384113BD8}"/>
              </a:ext>
            </a:extLst>
          </p:cNvPr>
          <p:cNvSpPr>
            <a:spLocks noGrp="1"/>
          </p:cNvSpPr>
          <p:nvPr>
            <p:ph type="body" sz="quarter" idx="330" hasCustomPrompt="1"/>
          </p:nvPr>
        </p:nvSpPr>
        <p:spPr>
          <a:xfrm>
            <a:off x="1107440" y="1176468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0" name="Espaço Reservado para Texto 19">
            <a:extLst>
              <a:ext uri="{FF2B5EF4-FFF2-40B4-BE49-F238E27FC236}">
                <a16:creationId xmlns:a16="http://schemas.microsoft.com/office/drawing/2014/main" id="{F89F6220-53E0-DE44-6DF0-0B9F3ECA8449}"/>
              </a:ext>
            </a:extLst>
          </p:cNvPr>
          <p:cNvSpPr>
            <a:spLocks noGrp="1"/>
          </p:cNvSpPr>
          <p:nvPr>
            <p:ph type="body" sz="quarter" idx="331" hasCustomPrompt="1"/>
          </p:nvPr>
        </p:nvSpPr>
        <p:spPr>
          <a:xfrm>
            <a:off x="1107440" y="1734367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1" name="Espaço Reservado para Texto 19">
            <a:extLst>
              <a:ext uri="{FF2B5EF4-FFF2-40B4-BE49-F238E27FC236}">
                <a16:creationId xmlns:a16="http://schemas.microsoft.com/office/drawing/2014/main" id="{A01653D3-3B2C-9BC1-8195-0ADD4A00066E}"/>
              </a:ext>
            </a:extLst>
          </p:cNvPr>
          <p:cNvSpPr>
            <a:spLocks noGrp="1"/>
          </p:cNvSpPr>
          <p:nvPr>
            <p:ph type="body" sz="quarter" idx="332" hasCustomPrompt="1"/>
          </p:nvPr>
        </p:nvSpPr>
        <p:spPr>
          <a:xfrm>
            <a:off x="1107440" y="2272150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2" name="Espaço Reservado para Texto 19">
            <a:extLst>
              <a:ext uri="{FF2B5EF4-FFF2-40B4-BE49-F238E27FC236}">
                <a16:creationId xmlns:a16="http://schemas.microsoft.com/office/drawing/2014/main" id="{550648EC-5FA6-55BE-7B69-A6FC30733F3E}"/>
              </a:ext>
            </a:extLst>
          </p:cNvPr>
          <p:cNvSpPr>
            <a:spLocks noGrp="1"/>
          </p:cNvSpPr>
          <p:nvPr>
            <p:ph type="body" sz="quarter" idx="333" hasCustomPrompt="1"/>
          </p:nvPr>
        </p:nvSpPr>
        <p:spPr>
          <a:xfrm>
            <a:off x="1107440" y="2837553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3" name="Espaço Reservado para Texto 19">
            <a:extLst>
              <a:ext uri="{FF2B5EF4-FFF2-40B4-BE49-F238E27FC236}">
                <a16:creationId xmlns:a16="http://schemas.microsoft.com/office/drawing/2014/main" id="{EA75E703-44B7-BB44-86E6-7898AF13A10B}"/>
              </a:ext>
            </a:extLst>
          </p:cNvPr>
          <p:cNvSpPr>
            <a:spLocks noGrp="1"/>
          </p:cNvSpPr>
          <p:nvPr>
            <p:ph type="body" sz="quarter" idx="334" hasCustomPrompt="1"/>
          </p:nvPr>
        </p:nvSpPr>
        <p:spPr>
          <a:xfrm>
            <a:off x="1107440" y="3402957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4" name="Espaço Reservado para Texto 19">
            <a:extLst>
              <a:ext uri="{FF2B5EF4-FFF2-40B4-BE49-F238E27FC236}">
                <a16:creationId xmlns:a16="http://schemas.microsoft.com/office/drawing/2014/main" id="{F4CD1EB1-23E5-98A1-F997-035341BE73ED}"/>
              </a:ext>
            </a:extLst>
          </p:cNvPr>
          <p:cNvSpPr>
            <a:spLocks noGrp="1"/>
          </p:cNvSpPr>
          <p:nvPr>
            <p:ph type="body" sz="quarter" idx="335" hasCustomPrompt="1"/>
          </p:nvPr>
        </p:nvSpPr>
        <p:spPr>
          <a:xfrm>
            <a:off x="1107440" y="3965963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5" name="Espaço Reservado para Texto 19">
            <a:extLst>
              <a:ext uri="{FF2B5EF4-FFF2-40B4-BE49-F238E27FC236}">
                <a16:creationId xmlns:a16="http://schemas.microsoft.com/office/drawing/2014/main" id="{CC2AAE8F-94C3-9A3F-611D-B6F45284F06F}"/>
              </a:ext>
            </a:extLst>
          </p:cNvPr>
          <p:cNvSpPr>
            <a:spLocks noGrp="1"/>
          </p:cNvSpPr>
          <p:nvPr>
            <p:ph type="body" sz="quarter" idx="336" hasCustomPrompt="1"/>
          </p:nvPr>
        </p:nvSpPr>
        <p:spPr>
          <a:xfrm>
            <a:off x="1107440" y="4523862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6" name="Espaço Reservado para Texto 19">
            <a:extLst>
              <a:ext uri="{FF2B5EF4-FFF2-40B4-BE49-F238E27FC236}">
                <a16:creationId xmlns:a16="http://schemas.microsoft.com/office/drawing/2014/main" id="{28F236DF-2370-1A4D-23E0-AD7B5CFFC7E5}"/>
              </a:ext>
            </a:extLst>
          </p:cNvPr>
          <p:cNvSpPr>
            <a:spLocks noGrp="1"/>
          </p:cNvSpPr>
          <p:nvPr>
            <p:ph type="body" sz="quarter" idx="337" hasCustomPrompt="1"/>
          </p:nvPr>
        </p:nvSpPr>
        <p:spPr>
          <a:xfrm>
            <a:off x="1107440" y="5081761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7" name="Espaço Reservado para Texto 19">
            <a:extLst>
              <a:ext uri="{FF2B5EF4-FFF2-40B4-BE49-F238E27FC236}">
                <a16:creationId xmlns:a16="http://schemas.microsoft.com/office/drawing/2014/main" id="{0CE1D2B4-0179-786F-84D3-382672EBE465}"/>
              </a:ext>
            </a:extLst>
          </p:cNvPr>
          <p:cNvSpPr>
            <a:spLocks noGrp="1"/>
          </p:cNvSpPr>
          <p:nvPr>
            <p:ph type="body" sz="quarter" idx="338" hasCustomPrompt="1"/>
          </p:nvPr>
        </p:nvSpPr>
        <p:spPr>
          <a:xfrm>
            <a:off x="1107440" y="5639660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8" name="Espaço Reservado para Texto 19">
            <a:extLst>
              <a:ext uri="{FF2B5EF4-FFF2-40B4-BE49-F238E27FC236}">
                <a16:creationId xmlns:a16="http://schemas.microsoft.com/office/drawing/2014/main" id="{83045536-9648-354C-A0F9-A0B6437BA72A}"/>
              </a:ext>
            </a:extLst>
          </p:cNvPr>
          <p:cNvSpPr>
            <a:spLocks noGrp="1"/>
          </p:cNvSpPr>
          <p:nvPr>
            <p:ph type="body" sz="quarter" idx="339" hasCustomPrompt="1"/>
          </p:nvPr>
        </p:nvSpPr>
        <p:spPr>
          <a:xfrm>
            <a:off x="1107440" y="6197558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115" name="Espaço Reservado para Texto 19">
            <a:extLst>
              <a:ext uri="{FF2B5EF4-FFF2-40B4-BE49-F238E27FC236}">
                <a16:creationId xmlns:a16="http://schemas.microsoft.com/office/drawing/2014/main" id="{CFF907E8-F3D2-27ED-C1C1-C79A736D0669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1157197" y="1267431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116" name="Espaço Reservado para Texto 19">
            <a:extLst>
              <a:ext uri="{FF2B5EF4-FFF2-40B4-BE49-F238E27FC236}">
                <a16:creationId xmlns:a16="http://schemas.microsoft.com/office/drawing/2014/main" id="{71501C7E-0D6D-B2AE-160E-6BD934C856C9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1898779" y="1267431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119" name="Espaço Reservado para Texto 19">
            <a:extLst>
              <a:ext uri="{FF2B5EF4-FFF2-40B4-BE49-F238E27FC236}">
                <a16:creationId xmlns:a16="http://schemas.microsoft.com/office/drawing/2014/main" id="{095D4212-71B8-99AB-B889-5A66FDB0EFD1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6606857" y="1244929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183" name="Espaço Reservado para Texto 19">
            <a:extLst>
              <a:ext uri="{FF2B5EF4-FFF2-40B4-BE49-F238E27FC236}">
                <a16:creationId xmlns:a16="http://schemas.microsoft.com/office/drawing/2014/main" id="{E32A5434-3113-886C-39C7-42D62CCD310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96970" y="1176468"/>
            <a:ext cx="4180541" cy="331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87" name="Espaço Reservado para Texto 8">
            <a:extLst>
              <a:ext uri="{FF2B5EF4-FFF2-40B4-BE49-F238E27FC236}">
                <a16:creationId xmlns:a16="http://schemas.microsoft.com/office/drawing/2014/main" id="{5EF7B47F-ED96-3F64-9261-B1C056A8D510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7408335" y="1687974"/>
            <a:ext cx="4180540" cy="4930413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6DB92129-83AF-97FB-F787-4E84E5673022}"/>
              </a:ext>
            </a:extLst>
          </p:cNvPr>
          <p:cNvSpPr/>
          <p:nvPr userDrawn="1"/>
        </p:nvSpPr>
        <p:spPr>
          <a:xfrm>
            <a:off x="469899" y="1217503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09:00</a:t>
            </a:r>
          </a:p>
        </p:txBody>
      </p: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65E4D172-1078-8FB8-914E-DD7FFF362072}"/>
              </a:ext>
            </a:extLst>
          </p:cNvPr>
          <p:cNvSpPr/>
          <p:nvPr userDrawn="1"/>
        </p:nvSpPr>
        <p:spPr>
          <a:xfrm>
            <a:off x="469899" y="1775402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10:00</a:t>
            </a:r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1B15B31E-3429-9A2A-6B54-81272FD84EF0}"/>
              </a:ext>
            </a:extLst>
          </p:cNvPr>
          <p:cNvSpPr/>
          <p:nvPr userDrawn="1"/>
        </p:nvSpPr>
        <p:spPr>
          <a:xfrm>
            <a:off x="469899" y="2313185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11:00</a:t>
            </a:r>
          </a:p>
        </p:txBody>
      </p:sp>
      <p:sp>
        <p:nvSpPr>
          <p:cNvPr id="138" name="Retângulo 137">
            <a:extLst>
              <a:ext uri="{FF2B5EF4-FFF2-40B4-BE49-F238E27FC236}">
                <a16:creationId xmlns:a16="http://schemas.microsoft.com/office/drawing/2014/main" id="{1191F564-24B6-A0F6-DF5E-700B1D0F85B6}"/>
              </a:ext>
            </a:extLst>
          </p:cNvPr>
          <p:cNvSpPr/>
          <p:nvPr userDrawn="1"/>
        </p:nvSpPr>
        <p:spPr>
          <a:xfrm>
            <a:off x="469899" y="2878588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12:00</a:t>
            </a:r>
          </a:p>
        </p:txBody>
      </p: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07E0F146-F8C3-D542-35AD-EDC2779B7C30}"/>
              </a:ext>
            </a:extLst>
          </p:cNvPr>
          <p:cNvSpPr/>
          <p:nvPr userDrawn="1"/>
        </p:nvSpPr>
        <p:spPr>
          <a:xfrm>
            <a:off x="469899" y="3443992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13:00</a:t>
            </a:r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4A940FDA-CA01-F830-92EB-B2D4FE8F05BD}"/>
              </a:ext>
            </a:extLst>
          </p:cNvPr>
          <p:cNvSpPr/>
          <p:nvPr userDrawn="1"/>
        </p:nvSpPr>
        <p:spPr>
          <a:xfrm>
            <a:off x="469899" y="4006998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14:00</a:t>
            </a:r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DFEAA965-D0DC-8F63-B6BB-40113D002314}"/>
              </a:ext>
            </a:extLst>
          </p:cNvPr>
          <p:cNvSpPr/>
          <p:nvPr userDrawn="1"/>
        </p:nvSpPr>
        <p:spPr>
          <a:xfrm>
            <a:off x="469899" y="4564897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15:00</a:t>
            </a:r>
          </a:p>
        </p:txBody>
      </p: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A93DDF8C-43ED-1E96-8F84-362E3C5461AF}"/>
              </a:ext>
            </a:extLst>
          </p:cNvPr>
          <p:cNvSpPr/>
          <p:nvPr userDrawn="1"/>
        </p:nvSpPr>
        <p:spPr>
          <a:xfrm>
            <a:off x="469899" y="5122796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16:00</a:t>
            </a:r>
          </a:p>
        </p:txBody>
      </p:sp>
      <p:sp>
        <p:nvSpPr>
          <p:cNvPr id="184" name="Retângulo 183">
            <a:extLst>
              <a:ext uri="{FF2B5EF4-FFF2-40B4-BE49-F238E27FC236}">
                <a16:creationId xmlns:a16="http://schemas.microsoft.com/office/drawing/2014/main" id="{118E9A56-268C-D39A-1372-5D0223571198}"/>
              </a:ext>
            </a:extLst>
          </p:cNvPr>
          <p:cNvSpPr/>
          <p:nvPr userDrawn="1"/>
        </p:nvSpPr>
        <p:spPr>
          <a:xfrm>
            <a:off x="469899" y="5680695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17:00</a:t>
            </a:r>
          </a:p>
        </p:txBody>
      </p:sp>
      <p:sp>
        <p:nvSpPr>
          <p:cNvPr id="199" name="Retângulo 198">
            <a:extLst>
              <a:ext uri="{FF2B5EF4-FFF2-40B4-BE49-F238E27FC236}">
                <a16:creationId xmlns:a16="http://schemas.microsoft.com/office/drawing/2014/main" id="{9A6FF482-CE3F-1589-E641-9B9315310612}"/>
              </a:ext>
            </a:extLst>
          </p:cNvPr>
          <p:cNvSpPr/>
          <p:nvPr userDrawn="1"/>
        </p:nvSpPr>
        <p:spPr>
          <a:xfrm>
            <a:off x="469899" y="6238593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18:00</a:t>
            </a:r>
          </a:p>
        </p:txBody>
      </p:sp>
      <p:sp>
        <p:nvSpPr>
          <p:cNvPr id="231" name="Espaço Reservado para Texto 19">
            <a:extLst>
              <a:ext uri="{FF2B5EF4-FFF2-40B4-BE49-F238E27FC236}">
                <a16:creationId xmlns:a16="http://schemas.microsoft.com/office/drawing/2014/main" id="{5FBCCB71-F035-A8F3-0E1D-A2EEB199AB98}"/>
              </a:ext>
            </a:extLst>
          </p:cNvPr>
          <p:cNvSpPr>
            <a:spLocks noGrp="1"/>
          </p:cNvSpPr>
          <p:nvPr>
            <p:ph type="body" sz="quarter" idx="340" hasCustomPrompt="1"/>
          </p:nvPr>
        </p:nvSpPr>
        <p:spPr>
          <a:xfrm>
            <a:off x="1157197" y="1825330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2" name="Espaço Reservado para Texto 19">
            <a:extLst>
              <a:ext uri="{FF2B5EF4-FFF2-40B4-BE49-F238E27FC236}">
                <a16:creationId xmlns:a16="http://schemas.microsoft.com/office/drawing/2014/main" id="{3465D3BF-D72C-409C-CFA6-4F7C8EAF94E9}"/>
              </a:ext>
            </a:extLst>
          </p:cNvPr>
          <p:cNvSpPr>
            <a:spLocks noGrp="1"/>
          </p:cNvSpPr>
          <p:nvPr>
            <p:ph type="body" sz="quarter" idx="341" hasCustomPrompt="1"/>
          </p:nvPr>
        </p:nvSpPr>
        <p:spPr>
          <a:xfrm>
            <a:off x="1898779" y="1825330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3" name="Espaço Reservado para Texto 19">
            <a:extLst>
              <a:ext uri="{FF2B5EF4-FFF2-40B4-BE49-F238E27FC236}">
                <a16:creationId xmlns:a16="http://schemas.microsoft.com/office/drawing/2014/main" id="{CC0349B8-B8D0-676D-82A1-DD8006BE61DE}"/>
              </a:ext>
            </a:extLst>
          </p:cNvPr>
          <p:cNvSpPr>
            <a:spLocks noGrp="1"/>
          </p:cNvSpPr>
          <p:nvPr>
            <p:ph type="body" sz="quarter" idx="342" hasCustomPrompt="1"/>
          </p:nvPr>
        </p:nvSpPr>
        <p:spPr>
          <a:xfrm>
            <a:off x="6606857" y="1802828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34" name="Espaço Reservado para Texto 19">
            <a:extLst>
              <a:ext uri="{FF2B5EF4-FFF2-40B4-BE49-F238E27FC236}">
                <a16:creationId xmlns:a16="http://schemas.microsoft.com/office/drawing/2014/main" id="{8FF123F5-A030-7C34-B628-A17D41CA110B}"/>
              </a:ext>
            </a:extLst>
          </p:cNvPr>
          <p:cNvSpPr>
            <a:spLocks noGrp="1"/>
          </p:cNvSpPr>
          <p:nvPr>
            <p:ph type="body" sz="quarter" idx="343" hasCustomPrompt="1"/>
          </p:nvPr>
        </p:nvSpPr>
        <p:spPr>
          <a:xfrm>
            <a:off x="1157197" y="2363113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5" name="Espaço Reservado para Texto 19">
            <a:extLst>
              <a:ext uri="{FF2B5EF4-FFF2-40B4-BE49-F238E27FC236}">
                <a16:creationId xmlns:a16="http://schemas.microsoft.com/office/drawing/2014/main" id="{89102610-D3EC-D6FC-FE2C-4B0C3874E211}"/>
              </a:ext>
            </a:extLst>
          </p:cNvPr>
          <p:cNvSpPr>
            <a:spLocks noGrp="1"/>
          </p:cNvSpPr>
          <p:nvPr>
            <p:ph type="body" sz="quarter" idx="344" hasCustomPrompt="1"/>
          </p:nvPr>
        </p:nvSpPr>
        <p:spPr>
          <a:xfrm>
            <a:off x="1898779" y="2363113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6" name="Espaço Reservado para Texto 19">
            <a:extLst>
              <a:ext uri="{FF2B5EF4-FFF2-40B4-BE49-F238E27FC236}">
                <a16:creationId xmlns:a16="http://schemas.microsoft.com/office/drawing/2014/main" id="{6A3FD047-007D-428D-FC68-4358A8AA8379}"/>
              </a:ext>
            </a:extLst>
          </p:cNvPr>
          <p:cNvSpPr>
            <a:spLocks noGrp="1"/>
          </p:cNvSpPr>
          <p:nvPr>
            <p:ph type="body" sz="quarter" idx="345" hasCustomPrompt="1"/>
          </p:nvPr>
        </p:nvSpPr>
        <p:spPr>
          <a:xfrm>
            <a:off x="6606857" y="2340611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37" name="Espaço Reservado para Texto 19">
            <a:extLst>
              <a:ext uri="{FF2B5EF4-FFF2-40B4-BE49-F238E27FC236}">
                <a16:creationId xmlns:a16="http://schemas.microsoft.com/office/drawing/2014/main" id="{34ABF9CA-5E48-2E80-1093-1D6AB96C90AB}"/>
              </a:ext>
            </a:extLst>
          </p:cNvPr>
          <p:cNvSpPr>
            <a:spLocks noGrp="1"/>
          </p:cNvSpPr>
          <p:nvPr>
            <p:ph type="body" sz="quarter" idx="346" hasCustomPrompt="1"/>
          </p:nvPr>
        </p:nvSpPr>
        <p:spPr>
          <a:xfrm>
            <a:off x="1157197" y="2928516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8" name="Espaço Reservado para Texto 19">
            <a:extLst>
              <a:ext uri="{FF2B5EF4-FFF2-40B4-BE49-F238E27FC236}">
                <a16:creationId xmlns:a16="http://schemas.microsoft.com/office/drawing/2014/main" id="{F8C8C0C0-94E4-FD12-B22F-BAA8F02ECE70}"/>
              </a:ext>
            </a:extLst>
          </p:cNvPr>
          <p:cNvSpPr>
            <a:spLocks noGrp="1"/>
          </p:cNvSpPr>
          <p:nvPr>
            <p:ph type="body" sz="quarter" idx="347" hasCustomPrompt="1"/>
          </p:nvPr>
        </p:nvSpPr>
        <p:spPr>
          <a:xfrm>
            <a:off x="1898779" y="2928516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9" name="Espaço Reservado para Texto 19">
            <a:extLst>
              <a:ext uri="{FF2B5EF4-FFF2-40B4-BE49-F238E27FC236}">
                <a16:creationId xmlns:a16="http://schemas.microsoft.com/office/drawing/2014/main" id="{54D7AE55-C84C-9EE5-203D-4AE000CB0F4A}"/>
              </a:ext>
            </a:extLst>
          </p:cNvPr>
          <p:cNvSpPr>
            <a:spLocks noGrp="1"/>
          </p:cNvSpPr>
          <p:nvPr>
            <p:ph type="body" sz="quarter" idx="348" hasCustomPrompt="1"/>
          </p:nvPr>
        </p:nvSpPr>
        <p:spPr>
          <a:xfrm>
            <a:off x="6606857" y="2906014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40" name="Espaço Reservado para Texto 19">
            <a:extLst>
              <a:ext uri="{FF2B5EF4-FFF2-40B4-BE49-F238E27FC236}">
                <a16:creationId xmlns:a16="http://schemas.microsoft.com/office/drawing/2014/main" id="{953BF410-DEA9-F003-6F95-43D39BBA7933}"/>
              </a:ext>
            </a:extLst>
          </p:cNvPr>
          <p:cNvSpPr>
            <a:spLocks noGrp="1"/>
          </p:cNvSpPr>
          <p:nvPr>
            <p:ph type="body" sz="quarter" idx="349" hasCustomPrompt="1"/>
          </p:nvPr>
        </p:nvSpPr>
        <p:spPr>
          <a:xfrm>
            <a:off x="1157197" y="3493920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1" name="Espaço Reservado para Texto 19">
            <a:extLst>
              <a:ext uri="{FF2B5EF4-FFF2-40B4-BE49-F238E27FC236}">
                <a16:creationId xmlns:a16="http://schemas.microsoft.com/office/drawing/2014/main" id="{E6C56D0F-577A-F727-F117-5B8BF5BD8C10}"/>
              </a:ext>
            </a:extLst>
          </p:cNvPr>
          <p:cNvSpPr>
            <a:spLocks noGrp="1"/>
          </p:cNvSpPr>
          <p:nvPr>
            <p:ph type="body" sz="quarter" idx="350" hasCustomPrompt="1"/>
          </p:nvPr>
        </p:nvSpPr>
        <p:spPr>
          <a:xfrm>
            <a:off x="1898779" y="3493920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2" name="Espaço Reservado para Texto 19">
            <a:extLst>
              <a:ext uri="{FF2B5EF4-FFF2-40B4-BE49-F238E27FC236}">
                <a16:creationId xmlns:a16="http://schemas.microsoft.com/office/drawing/2014/main" id="{068D878D-B05F-17DB-7079-A2E9825B79D8}"/>
              </a:ext>
            </a:extLst>
          </p:cNvPr>
          <p:cNvSpPr>
            <a:spLocks noGrp="1"/>
          </p:cNvSpPr>
          <p:nvPr>
            <p:ph type="body" sz="quarter" idx="351" hasCustomPrompt="1"/>
          </p:nvPr>
        </p:nvSpPr>
        <p:spPr>
          <a:xfrm>
            <a:off x="6606857" y="3471418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43" name="Espaço Reservado para Texto 19">
            <a:extLst>
              <a:ext uri="{FF2B5EF4-FFF2-40B4-BE49-F238E27FC236}">
                <a16:creationId xmlns:a16="http://schemas.microsoft.com/office/drawing/2014/main" id="{91BA9E16-F384-CEA0-8D23-5C44FAD28868}"/>
              </a:ext>
            </a:extLst>
          </p:cNvPr>
          <p:cNvSpPr>
            <a:spLocks noGrp="1"/>
          </p:cNvSpPr>
          <p:nvPr>
            <p:ph type="body" sz="quarter" idx="352" hasCustomPrompt="1"/>
          </p:nvPr>
        </p:nvSpPr>
        <p:spPr>
          <a:xfrm>
            <a:off x="1157197" y="4056926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4" name="Espaço Reservado para Texto 19">
            <a:extLst>
              <a:ext uri="{FF2B5EF4-FFF2-40B4-BE49-F238E27FC236}">
                <a16:creationId xmlns:a16="http://schemas.microsoft.com/office/drawing/2014/main" id="{72657A4D-944D-B3F1-466D-1DBC998D8F1C}"/>
              </a:ext>
            </a:extLst>
          </p:cNvPr>
          <p:cNvSpPr>
            <a:spLocks noGrp="1"/>
          </p:cNvSpPr>
          <p:nvPr>
            <p:ph type="body" sz="quarter" idx="353" hasCustomPrompt="1"/>
          </p:nvPr>
        </p:nvSpPr>
        <p:spPr>
          <a:xfrm>
            <a:off x="1898779" y="4056926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5" name="Espaço Reservado para Texto 19">
            <a:extLst>
              <a:ext uri="{FF2B5EF4-FFF2-40B4-BE49-F238E27FC236}">
                <a16:creationId xmlns:a16="http://schemas.microsoft.com/office/drawing/2014/main" id="{CF84B533-DAF5-DDF7-D8C6-1961F90E8C3F}"/>
              </a:ext>
            </a:extLst>
          </p:cNvPr>
          <p:cNvSpPr>
            <a:spLocks noGrp="1"/>
          </p:cNvSpPr>
          <p:nvPr>
            <p:ph type="body" sz="quarter" idx="354" hasCustomPrompt="1"/>
          </p:nvPr>
        </p:nvSpPr>
        <p:spPr>
          <a:xfrm>
            <a:off x="6606857" y="4034424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46" name="Espaço Reservado para Texto 19">
            <a:extLst>
              <a:ext uri="{FF2B5EF4-FFF2-40B4-BE49-F238E27FC236}">
                <a16:creationId xmlns:a16="http://schemas.microsoft.com/office/drawing/2014/main" id="{97CA4EB5-21F1-FB65-4F8F-60F538484AC6}"/>
              </a:ext>
            </a:extLst>
          </p:cNvPr>
          <p:cNvSpPr>
            <a:spLocks noGrp="1"/>
          </p:cNvSpPr>
          <p:nvPr>
            <p:ph type="body" sz="quarter" idx="355" hasCustomPrompt="1"/>
          </p:nvPr>
        </p:nvSpPr>
        <p:spPr>
          <a:xfrm>
            <a:off x="1157197" y="4614825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7" name="Espaço Reservado para Texto 19">
            <a:extLst>
              <a:ext uri="{FF2B5EF4-FFF2-40B4-BE49-F238E27FC236}">
                <a16:creationId xmlns:a16="http://schemas.microsoft.com/office/drawing/2014/main" id="{60613E5E-524A-F3E5-FC41-4BABF7A56EB7}"/>
              </a:ext>
            </a:extLst>
          </p:cNvPr>
          <p:cNvSpPr>
            <a:spLocks noGrp="1"/>
          </p:cNvSpPr>
          <p:nvPr>
            <p:ph type="body" sz="quarter" idx="356" hasCustomPrompt="1"/>
          </p:nvPr>
        </p:nvSpPr>
        <p:spPr>
          <a:xfrm>
            <a:off x="1898779" y="4614825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8" name="Espaço Reservado para Texto 19">
            <a:extLst>
              <a:ext uri="{FF2B5EF4-FFF2-40B4-BE49-F238E27FC236}">
                <a16:creationId xmlns:a16="http://schemas.microsoft.com/office/drawing/2014/main" id="{E8A8B69B-87E6-2186-5A6A-8BE1E67C2C43}"/>
              </a:ext>
            </a:extLst>
          </p:cNvPr>
          <p:cNvSpPr>
            <a:spLocks noGrp="1"/>
          </p:cNvSpPr>
          <p:nvPr>
            <p:ph type="body" sz="quarter" idx="357" hasCustomPrompt="1"/>
          </p:nvPr>
        </p:nvSpPr>
        <p:spPr>
          <a:xfrm>
            <a:off x="6606857" y="4592323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49" name="Espaço Reservado para Texto 19">
            <a:extLst>
              <a:ext uri="{FF2B5EF4-FFF2-40B4-BE49-F238E27FC236}">
                <a16:creationId xmlns:a16="http://schemas.microsoft.com/office/drawing/2014/main" id="{A4DF0F85-4AA4-879F-8CF5-8D61C7A74F5F}"/>
              </a:ext>
            </a:extLst>
          </p:cNvPr>
          <p:cNvSpPr>
            <a:spLocks noGrp="1"/>
          </p:cNvSpPr>
          <p:nvPr>
            <p:ph type="body" sz="quarter" idx="358" hasCustomPrompt="1"/>
          </p:nvPr>
        </p:nvSpPr>
        <p:spPr>
          <a:xfrm>
            <a:off x="1157197" y="5172724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0" name="Espaço Reservado para Texto 19">
            <a:extLst>
              <a:ext uri="{FF2B5EF4-FFF2-40B4-BE49-F238E27FC236}">
                <a16:creationId xmlns:a16="http://schemas.microsoft.com/office/drawing/2014/main" id="{68DCD88B-7735-6CD9-6B94-96CB8A52BBAE}"/>
              </a:ext>
            </a:extLst>
          </p:cNvPr>
          <p:cNvSpPr>
            <a:spLocks noGrp="1"/>
          </p:cNvSpPr>
          <p:nvPr>
            <p:ph type="body" sz="quarter" idx="359" hasCustomPrompt="1"/>
          </p:nvPr>
        </p:nvSpPr>
        <p:spPr>
          <a:xfrm>
            <a:off x="1898779" y="5172724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1" name="Espaço Reservado para Texto 19">
            <a:extLst>
              <a:ext uri="{FF2B5EF4-FFF2-40B4-BE49-F238E27FC236}">
                <a16:creationId xmlns:a16="http://schemas.microsoft.com/office/drawing/2014/main" id="{1E1F3C50-2BD6-5F62-A74E-B3BABF515650}"/>
              </a:ext>
            </a:extLst>
          </p:cNvPr>
          <p:cNvSpPr>
            <a:spLocks noGrp="1"/>
          </p:cNvSpPr>
          <p:nvPr>
            <p:ph type="body" sz="quarter" idx="360" hasCustomPrompt="1"/>
          </p:nvPr>
        </p:nvSpPr>
        <p:spPr>
          <a:xfrm>
            <a:off x="6606857" y="5150222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52" name="Espaço Reservado para Texto 19">
            <a:extLst>
              <a:ext uri="{FF2B5EF4-FFF2-40B4-BE49-F238E27FC236}">
                <a16:creationId xmlns:a16="http://schemas.microsoft.com/office/drawing/2014/main" id="{A6AD81D0-B74B-9BFA-44DF-89A851934997}"/>
              </a:ext>
            </a:extLst>
          </p:cNvPr>
          <p:cNvSpPr>
            <a:spLocks noGrp="1"/>
          </p:cNvSpPr>
          <p:nvPr>
            <p:ph type="body" sz="quarter" idx="361" hasCustomPrompt="1"/>
          </p:nvPr>
        </p:nvSpPr>
        <p:spPr>
          <a:xfrm>
            <a:off x="1157197" y="5730623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3" name="Espaço Reservado para Texto 19">
            <a:extLst>
              <a:ext uri="{FF2B5EF4-FFF2-40B4-BE49-F238E27FC236}">
                <a16:creationId xmlns:a16="http://schemas.microsoft.com/office/drawing/2014/main" id="{3C33F411-61D3-CCD6-BA1C-E20960DA6A05}"/>
              </a:ext>
            </a:extLst>
          </p:cNvPr>
          <p:cNvSpPr>
            <a:spLocks noGrp="1"/>
          </p:cNvSpPr>
          <p:nvPr>
            <p:ph type="body" sz="quarter" idx="362" hasCustomPrompt="1"/>
          </p:nvPr>
        </p:nvSpPr>
        <p:spPr>
          <a:xfrm>
            <a:off x="1898779" y="5730623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4" name="Espaço Reservado para Texto 19">
            <a:extLst>
              <a:ext uri="{FF2B5EF4-FFF2-40B4-BE49-F238E27FC236}">
                <a16:creationId xmlns:a16="http://schemas.microsoft.com/office/drawing/2014/main" id="{EB06C5B9-0E36-1DE6-6A4F-216495AF7AD2}"/>
              </a:ext>
            </a:extLst>
          </p:cNvPr>
          <p:cNvSpPr>
            <a:spLocks noGrp="1"/>
          </p:cNvSpPr>
          <p:nvPr>
            <p:ph type="body" sz="quarter" idx="363" hasCustomPrompt="1"/>
          </p:nvPr>
        </p:nvSpPr>
        <p:spPr>
          <a:xfrm>
            <a:off x="6606857" y="5708121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255" name="Espaço Reservado para Texto 19">
            <a:extLst>
              <a:ext uri="{FF2B5EF4-FFF2-40B4-BE49-F238E27FC236}">
                <a16:creationId xmlns:a16="http://schemas.microsoft.com/office/drawing/2014/main" id="{84E59485-A8A9-C222-5332-2C78D2A8B57F}"/>
              </a:ext>
            </a:extLst>
          </p:cNvPr>
          <p:cNvSpPr>
            <a:spLocks noGrp="1"/>
          </p:cNvSpPr>
          <p:nvPr>
            <p:ph type="body" sz="quarter" idx="364" hasCustomPrompt="1"/>
          </p:nvPr>
        </p:nvSpPr>
        <p:spPr>
          <a:xfrm>
            <a:off x="1157197" y="6288521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6" name="Espaço Reservado para Texto 19">
            <a:extLst>
              <a:ext uri="{FF2B5EF4-FFF2-40B4-BE49-F238E27FC236}">
                <a16:creationId xmlns:a16="http://schemas.microsoft.com/office/drawing/2014/main" id="{6B69DA56-59D2-A56C-A068-85E9F6B9918F}"/>
              </a:ext>
            </a:extLst>
          </p:cNvPr>
          <p:cNvSpPr>
            <a:spLocks noGrp="1"/>
          </p:cNvSpPr>
          <p:nvPr>
            <p:ph type="body" sz="quarter" idx="365" hasCustomPrompt="1"/>
          </p:nvPr>
        </p:nvSpPr>
        <p:spPr>
          <a:xfrm>
            <a:off x="1898779" y="6288521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7" name="Espaço Reservado para Texto 19">
            <a:extLst>
              <a:ext uri="{FF2B5EF4-FFF2-40B4-BE49-F238E27FC236}">
                <a16:creationId xmlns:a16="http://schemas.microsoft.com/office/drawing/2014/main" id="{DBF05599-BD4F-EADD-130B-3660C844644B}"/>
              </a:ext>
            </a:extLst>
          </p:cNvPr>
          <p:cNvSpPr>
            <a:spLocks noGrp="1"/>
          </p:cNvSpPr>
          <p:nvPr>
            <p:ph type="body" sz="quarter" idx="366" hasCustomPrompt="1"/>
          </p:nvPr>
        </p:nvSpPr>
        <p:spPr>
          <a:xfrm>
            <a:off x="6606857" y="6266019"/>
            <a:ext cx="502632" cy="283906"/>
          </a:xfrm>
          <a:prstGeom prst="rect">
            <a:avLst/>
          </a:prstGeom>
          <a:noFill/>
        </p:spPr>
        <p:txBody>
          <a:bodyPr vert="horz" wrap="square" lIns="0" tIns="72000" rIns="0" bIns="72000" rtlCol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Tag</a:t>
            </a:r>
            <a:endParaRPr lang="pt-BR"/>
          </a:p>
        </p:txBody>
      </p:sp>
      <p:sp>
        <p:nvSpPr>
          <p:cNvPr id="107" name="Espaço Reservado para Texto 19">
            <a:extLst>
              <a:ext uri="{FF2B5EF4-FFF2-40B4-BE49-F238E27FC236}">
                <a16:creationId xmlns:a16="http://schemas.microsoft.com/office/drawing/2014/main" id="{CA9623BF-60B3-DCEF-96D1-59080B0D4611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10105374" y="35705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09" name="Espaço Reservado para Texto 19">
            <a:extLst>
              <a:ext uri="{FF2B5EF4-FFF2-40B4-BE49-F238E27FC236}">
                <a16:creationId xmlns:a16="http://schemas.microsoft.com/office/drawing/2014/main" id="{991EF151-58BB-1DA6-279A-00CBF360AFD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24799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0" name="Espaço Reservado para Texto 19">
            <a:extLst>
              <a:ext uri="{FF2B5EF4-FFF2-40B4-BE49-F238E27FC236}">
                <a16:creationId xmlns:a16="http://schemas.microsoft.com/office/drawing/2014/main" id="{DCAB1701-10F1-1D69-5C95-52D4FC7A219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0522145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1" name="Espaço Reservado para Texto 19">
            <a:extLst>
              <a:ext uri="{FF2B5EF4-FFF2-40B4-BE49-F238E27FC236}">
                <a16:creationId xmlns:a16="http://schemas.microsoft.com/office/drawing/2014/main" id="{600D7BAA-5219-4BFF-268B-636C7547A51C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0796296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2" name="Espaço Reservado para Texto 19">
            <a:extLst>
              <a:ext uri="{FF2B5EF4-FFF2-40B4-BE49-F238E27FC236}">
                <a16:creationId xmlns:a16="http://schemas.microsoft.com/office/drawing/2014/main" id="{43509FB2-B4D1-9545-7CC4-BB8CAAC09AC3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106488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3" name="Espaço Reservado para Texto 19">
            <a:extLst>
              <a:ext uri="{FF2B5EF4-FFF2-40B4-BE49-F238E27FC236}">
                <a16:creationId xmlns:a16="http://schemas.microsoft.com/office/drawing/2014/main" id="{D1E96B37-7004-B540-F070-FDA37F858C4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1337259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4" name="Espaço Reservado para Texto 19">
            <a:extLst>
              <a:ext uri="{FF2B5EF4-FFF2-40B4-BE49-F238E27FC236}">
                <a16:creationId xmlns:a16="http://schemas.microsoft.com/office/drawing/2014/main" id="{7DCC9A75-B4E3-431E-A136-A0740477217B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024799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7" name="Espaço Reservado para Texto 19">
            <a:extLst>
              <a:ext uri="{FF2B5EF4-FFF2-40B4-BE49-F238E27FC236}">
                <a16:creationId xmlns:a16="http://schemas.microsoft.com/office/drawing/2014/main" id="{0C822AC5-E3EA-2279-BDED-18DD02D532F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10522145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8" name="Espaço Reservado para Texto 19">
            <a:extLst>
              <a:ext uri="{FF2B5EF4-FFF2-40B4-BE49-F238E27FC236}">
                <a16:creationId xmlns:a16="http://schemas.microsoft.com/office/drawing/2014/main" id="{02E6D0CA-26E0-0205-B9FB-969EB8ACF12F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0796296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0" name="Espaço Reservado para Texto 19">
            <a:extLst>
              <a:ext uri="{FF2B5EF4-FFF2-40B4-BE49-F238E27FC236}">
                <a16:creationId xmlns:a16="http://schemas.microsoft.com/office/drawing/2014/main" id="{E4E33DE2-7A1F-650E-0CA5-7866DDD05D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106488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1" name="Espaço Reservado para Texto 19">
            <a:extLst>
              <a:ext uri="{FF2B5EF4-FFF2-40B4-BE49-F238E27FC236}">
                <a16:creationId xmlns:a16="http://schemas.microsoft.com/office/drawing/2014/main" id="{AA1EE9B7-B469-E065-B991-9C3249A7C402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337259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3" name="Espaço Reservado para Texto 19">
            <a:extLst>
              <a:ext uri="{FF2B5EF4-FFF2-40B4-BE49-F238E27FC236}">
                <a16:creationId xmlns:a16="http://schemas.microsoft.com/office/drawing/2014/main" id="{E5957C36-BC27-0CD2-7FFB-26BBE358B2B1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1024799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4" name="Espaço Reservado para Texto 19">
            <a:extLst>
              <a:ext uri="{FF2B5EF4-FFF2-40B4-BE49-F238E27FC236}">
                <a16:creationId xmlns:a16="http://schemas.microsoft.com/office/drawing/2014/main" id="{5509AFF2-9508-723B-4933-523BF03435BB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522145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5" name="Espaço Reservado para Texto 19">
            <a:extLst>
              <a:ext uri="{FF2B5EF4-FFF2-40B4-BE49-F238E27FC236}">
                <a16:creationId xmlns:a16="http://schemas.microsoft.com/office/drawing/2014/main" id="{9153F019-6D7F-6866-CFF3-A5C29068577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0796296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6" name="Espaço Reservado para Texto 19">
            <a:extLst>
              <a:ext uri="{FF2B5EF4-FFF2-40B4-BE49-F238E27FC236}">
                <a16:creationId xmlns:a16="http://schemas.microsoft.com/office/drawing/2014/main" id="{DB761275-4E8F-972A-2639-397E77C817C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106488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7" name="Espaço Reservado para Texto 19">
            <a:extLst>
              <a:ext uri="{FF2B5EF4-FFF2-40B4-BE49-F238E27FC236}">
                <a16:creationId xmlns:a16="http://schemas.microsoft.com/office/drawing/2014/main" id="{BC10DA0D-E00D-660A-693C-41ACCDB1824D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11337259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8" name="Espaço Reservado para Texto 19">
            <a:extLst>
              <a:ext uri="{FF2B5EF4-FFF2-40B4-BE49-F238E27FC236}">
                <a16:creationId xmlns:a16="http://schemas.microsoft.com/office/drawing/2014/main" id="{CEC815FA-4A57-A6B4-84CF-1A1A4B676106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024799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9" name="Espaço Reservado para Texto 19">
            <a:extLst>
              <a:ext uri="{FF2B5EF4-FFF2-40B4-BE49-F238E27FC236}">
                <a16:creationId xmlns:a16="http://schemas.microsoft.com/office/drawing/2014/main" id="{90904315-4910-BA47-8BFA-FE6DCEEA5035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0522145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0" name="Espaço Reservado para Texto 19">
            <a:extLst>
              <a:ext uri="{FF2B5EF4-FFF2-40B4-BE49-F238E27FC236}">
                <a16:creationId xmlns:a16="http://schemas.microsoft.com/office/drawing/2014/main" id="{9212CEA1-C1CA-35FD-2282-87130934D804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0796296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1" name="Espaço Reservado para Texto 19">
            <a:extLst>
              <a:ext uri="{FF2B5EF4-FFF2-40B4-BE49-F238E27FC236}">
                <a16:creationId xmlns:a16="http://schemas.microsoft.com/office/drawing/2014/main" id="{ACD7A8C7-9178-9A30-93B3-E6CBE4190D5F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106488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2" name="Espaço Reservado para Texto 19">
            <a:extLst>
              <a:ext uri="{FF2B5EF4-FFF2-40B4-BE49-F238E27FC236}">
                <a16:creationId xmlns:a16="http://schemas.microsoft.com/office/drawing/2014/main" id="{E1E43F76-20A9-4606-2662-39782A8DDDBC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1337259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3" name="Espaço Reservado para Texto 19">
            <a:extLst>
              <a:ext uri="{FF2B5EF4-FFF2-40B4-BE49-F238E27FC236}">
                <a16:creationId xmlns:a16="http://schemas.microsoft.com/office/drawing/2014/main" id="{EEB23888-5291-890A-A465-49A1913610F9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024799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4" name="Espaço Reservado para Texto 19">
            <a:extLst>
              <a:ext uri="{FF2B5EF4-FFF2-40B4-BE49-F238E27FC236}">
                <a16:creationId xmlns:a16="http://schemas.microsoft.com/office/drawing/2014/main" id="{EB878AC6-80FB-72AE-2961-4D280AA1C09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0522145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5" name="Espaço Reservado para Texto 19">
            <a:extLst>
              <a:ext uri="{FF2B5EF4-FFF2-40B4-BE49-F238E27FC236}">
                <a16:creationId xmlns:a16="http://schemas.microsoft.com/office/drawing/2014/main" id="{0C39D99D-F646-E0C5-4E65-4972F9AA346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0796296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3" name="Espaço Reservado para Texto 19">
            <a:extLst>
              <a:ext uri="{FF2B5EF4-FFF2-40B4-BE49-F238E27FC236}">
                <a16:creationId xmlns:a16="http://schemas.microsoft.com/office/drawing/2014/main" id="{165D04BC-7B1E-F281-6BD8-FB778B0A25C1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106488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4" name="Espaço Reservado para Texto 19">
            <a:extLst>
              <a:ext uri="{FF2B5EF4-FFF2-40B4-BE49-F238E27FC236}">
                <a16:creationId xmlns:a16="http://schemas.microsoft.com/office/drawing/2014/main" id="{9F7092A3-01D7-D38A-DD51-0D1B36E8506B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1337259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5" name="Espaço Reservado para Texto 19">
            <a:extLst>
              <a:ext uri="{FF2B5EF4-FFF2-40B4-BE49-F238E27FC236}">
                <a16:creationId xmlns:a16="http://schemas.microsoft.com/office/drawing/2014/main" id="{1D249B1B-63C0-7104-AF14-7370247212F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024799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6" name="Espaço Reservado para Texto 19">
            <a:extLst>
              <a:ext uri="{FF2B5EF4-FFF2-40B4-BE49-F238E27FC236}">
                <a16:creationId xmlns:a16="http://schemas.microsoft.com/office/drawing/2014/main" id="{D6BD7A7B-2083-5C88-2CC5-B44AF742165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0522145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7" name="Espaço Reservado para Texto 19">
            <a:extLst>
              <a:ext uri="{FF2B5EF4-FFF2-40B4-BE49-F238E27FC236}">
                <a16:creationId xmlns:a16="http://schemas.microsoft.com/office/drawing/2014/main" id="{4BAA0D38-C7B0-7254-8677-ED6F560A6423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10796296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8" name="Espaço Reservado para Texto 19">
            <a:extLst>
              <a:ext uri="{FF2B5EF4-FFF2-40B4-BE49-F238E27FC236}">
                <a16:creationId xmlns:a16="http://schemas.microsoft.com/office/drawing/2014/main" id="{D9EF1247-0A06-611A-8622-AE83A9F2A589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106488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9" name="Espaço Reservado para Texto 19">
            <a:extLst>
              <a:ext uri="{FF2B5EF4-FFF2-40B4-BE49-F238E27FC236}">
                <a16:creationId xmlns:a16="http://schemas.microsoft.com/office/drawing/2014/main" id="{1B04468E-AFB8-DF3A-EEC8-1C204DEBFF4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1337259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50" name="Espaço Reservado para Texto 19">
            <a:extLst>
              <a:ext uri="{FF2B5EF4-FFF2-40B4-BE49-F238E27FC236}">
                <a16:creationId xmlns:a16="http://schemas.microsoft.com/office/drawing/2014/main" id="{8D18C960-D65E-DE9A-E294-4F2C58CFF2D5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10105374" y="488021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1" name="Espaço Reservado para Texto 19">
            <a:extLst>
              <a:ext uri="{FF2B5EF4-FFF2-40B4-BE49-F238E27FC236}">
                <a16:creationId xmlns:a16="http://schemas.microsoft.com/office/drawing/2014/main" id="{A98F3785-C0B1-6845-58BE-3C19F5F06760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10105374" y="61898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2" name="Espaço Reservado para Texto 19">
            <a:extLst>
              <a:ext uri="{FF2B5EF4-FFF2-40B4-BE49-F238E27FC236}">
                <a16:creationId xmlns:a16="http://schemas.microsoft.com/office/drawing/2014/main" id="{9EF16824-D171-9059-4FE4-643D0351103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0105374" y="74996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3" name="Espaço Reservado para Texto 19">
            <a:extLst>
              <a:ext uri="{FF2B5EF4-FFF2-40B4-BE49-F238E27FC236}">
                <a16:creationId xmlns:a16="http://schemas.microsoft.com/office/drawing/2014/main" id="{F3E5852A-DF51-4C77-EF08-3567E5CFA85E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0105374" y="88092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4" name="Espaço Reservado para Texto 19">
            <a:extLst>
              <a:ext uri="{FF2B5EF4-FFF2-40B4-BE49-F238E27FC236}">
                <a16:creationId xmlns:a16="http://schemas.microsoft.com/office/drawing/2014/main" id="{645C1170-1F39-C409-DCA4-7237C7D0C055}"/>
              </a:ext>
            </a:extLst>
          </p:cNvPr>
          <p:cNvSpPr>
            <a:spLocks noGrp="1"/>
          </p:cNvSpPr>
          <p:nvPr>
            <p:ph type="body" sz="quarter" idx="367" hasCustomPrompt="1"/>
          </p:nvPr>
        </p:nvSpPr>
        <p:spPr>
          <a:xfrm rot="16200000">
            <a:off x="9701741" y="616532"/>
            <a:ext cx="644013" cy="115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Mês</a:t>
            </a:r>
          </a:p>
        </p:txBody>
      </p:sp>
      <p:sp>
        <p:nvSpPr>
          <p:cNvPr id="158" name="Espaço Reservado para Texto 19">
            <a:extLst>
              <a:ext uri="{FF2B5EF4-FFF2-40B4-BE49-F238E27FC236}">
                <a16:creationId xmlns:a16="http://schemas.microsoft.com/office/drawing/2014/main" id="{A94030F5-40BC-8651-FE05-5962CCFBE06D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920085" y="404371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159" name="Espaço Reservado para Texto 19">
            <a:extLst>
              <a:ext uri="{FF2B5EF4-FFF2-40B4-BE49-F238E27FC236}">
                <a16:creationId xmlns:a16="http://schemas.microsoft.com/office/drawing/2014/main" id="{FD107888-412D-EACB-7D6A-9F3C4549FCC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920085" y="604604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160" name="Espaço Reservado para Texto 19">
            <a:extLst>
              <a:ext uri="{FF2B5EF4-FFF2-40B4-BE49-F238E27FC236}">
                <a16:creationId xmlns:a16="http://schemas.microsoft.com/office/drawing/2014/main" id="{8ED083D9-675C-CE30-2080-8B614157541D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8873366" y="404371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161" name="Espaço Reservado para Texto 19">
            <a:extLst>
              <a:ext uri="{FF2B5EF4-FFF2-40B4-BE49-F238E27FC236}">
                <a16:creationId xmlns:a16="http://schemas.microsoft.com/office/drawing/2014/main" id="{EC853770-E7E9-2435-7C81-FC99C29988B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873366" y="604604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D39E3F27-6C72-42BD-11B4-C9671EE7DF6E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9899" y="277831"/>
            <a:ext cx="615950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Mês ####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1ABA34D5-1641-6471-3522-4D4A5CF57A6A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69899" y="982047"/>
            <a:ext cx="9292125" cy="114778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B5C4A983-3EAA-9716-D45D-82B9E00E6E4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69899" y="982526"/>
            <a:ext cx="464425" cy="0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chemeClr val="accent5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6821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265">
          <p15:clr>
            <a:srgbClr val="FBAE40"/>
          </p15:clr>
        </p15:guide>
        <p15:guide id="2" orient="horz" pos="84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manal - T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Espaço Reservado para Texto 19">
            <a:extLst>
              <a:ext uri="{FF2B5EF4-FFF2-40B4-BE49-F238E27FC236}">
                <a16:creationId xmlns:a16="http://schemas.microsoft.com/office/drawing/2014/main" id="{33283540-9837-2F6C-A962-29D39B5D6C50}"/>
              </a:ext>
            </a:extLst>
          </p:cNvPr>
          <p:cNvSpPr>
            <a:spLocks noGrp="1"/>
          </p:cNvSpPr>
          <p:nvPr>
            <p:ph type="body" sz="quarter" idx="431" hasCustomPrompt="1"/>
          </p:nvPr>
        </p:nvSpPr>
        <p:spPr>
          <a:xfrm>
            <a:off x="1038487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5" name="Espaço Reservado para Texto 19">
            <a:extLst>
              <a:ext uri="{FF2B5EF4-FFF2-40B4-BE49-F238E27FC236}">
                <a16:creationId xmlns:a16="http://schemas.microsoft.com/office/drawing/2014/main" id="{C2CF5A43-ECF3-B1CD-604E-660071B64FC4}"/>
              </a:ext>
            </a:extLst>
          </p:cNvPr>
          <p:cNvSpPr>
            <a:spLocks noGrp="1"/>
          </p:cNvSpPr>
          <p:nvPr>
            <p:ph type="body" sz="quarter" idx="432" hasCustomPrompt="1"/>
          </p:nvPr>
        </p:nvSpPr>
        <p:spPr>
          <a:xfrm>
            <a:off x="1038487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6" name="Espaço Reservado para Texto 19">
            <a:extLst>
              <a:ext uri="{FF2B5EF4-FFF2-40B4-BE49-F238E27FC236}">
                <a16:creationId xmlns:a16="http://schemas.microsoft.com/office/drawing/2014/main" id="{C3761A44-AC1E-7A97-CBE0-C0AC00FDA8E4}"/>
              </a:ext>
            </a:extLst>
          </p:cNvPr>
          <p:cNvSpPr>
            <a:spLocks noGrp="1"/>
          </p:cNvSpPr>
          <p:nvPr>
            <p:ph type="body" sz="quarter" idx="433" hasCustomPrompt="1"/>
          </p:nvPr>
        </p:nvSpPr>
        <p:spPr>
          <a:xfrm>
            <a:off x="1038487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7" name="Espaço Reservado para Texto 19">
            <a:extLst>
              <a:ext uri="{FF2B5EF4-FFF2-40B4-BE49-F238E27FC236}">
                <a16:creationId xmlns:a16="http://schemas.microsoft.com/office/drawing/2014/main" id="{5F5CAD2A-50FB-CDC3-B773-FF514BC7FB54}"/>
              </a:ext>
            </a:extLst>
          </p:cNvPr>
          <p:cNvSpPr>
            <a:spLocks noGrp="1"/>
          </p:cNvSpPr>
          <p:nvPr>
            <p:ph type="body" sz="quarter" idx="434" hasCustomPrompt="1"/>
          </p:nvPr>
        </p:nvSpPr>
        <p:spPr>
          <a:xfrm>
            <a:off x="1038487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8" name="Espaço Reservado para Texto 19">
            <a:extLst>
              <a:ext uri="{FF2B5EF4-FFF2-40B4-BE49-F238E27FC236}">
                <a16:creationId xmlns:a16="http://schemas.microsoft.com/office/drawing/2014/main" id="{74B52D65-68CD-0FFD-A6D0-F1528B523848}"/>
              </a:ext>
            </a:extLst>
          </p:cNvPr>
          <p:cNvSpPr>
            <a:spLocks noGrp="1"/>
          </p:cNvSpPr>
          <p:nvPr>
            <p:ph type="body" sz="quarter" idx="435" hasCustomPrompt="1"/>
          </p:nvPr>
        </p:nvSpPr>
        <p:spPr>
          <a:xfrm>
            <a:off x="1038487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9" name="Espaço Reservado para Texto 19">
            <a:extLst>
              <a:ext uri="{FF2B5EF4-FFF2-40B4-BE49-F238E27FC236}">
                <a16:creationId xmlns:a16="http://schemas.microsoft.com/office/drawing/2014/main" id="{7BE5EC5C-B415-0E1D-CEDA-58B1A534F4E3}"/>
              </a:ext>
            </a:extLst>
          </p:cNvPr>
          <p:cNvSpPr>
            <a:spLocks noGrp="1"/>
          </p:cNvSpPr>
          <p:nvPr>
            <p:ph type="body" sz="quarter" idx="436" hasCustomPrompt="1"/>
          </p:nvPr>
        </p:nvSpPr>
        <p:spPr>
          <a:xfrm>
            <a:off x="1038487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0" name="Espaço Reservado para Texto 19">
            <a:extLst>
              <a:ext uri="{FF2B5EF4-FFF2-40B4-BE49-F238E27FC236}">
                <a16:creationId xmlns:a16="http://schemas.microsoft.com/office/drawing/2014/main" id="{A534B00E-3EBF-87E9-EAC7-BED437CB5BA0}"/>
              </a:ext>
            </a:extLst>
          </p:cNvPr>
          <p:cNvSpPr>
            <a:spLocks noGrp="1"/>
          </p:cNvSpPr>
          <p:nvPr>
            <p:ph type="body" sz="quarter" idx="437" hasCustomPrompt="1"/>
          </p:nvPr>
        </p:nvSpPr>
        <p:spPr>
          <a:xfrm>
            <a:off x="1038487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1" name="Espaço Reservado para Texto 19">
            <a:extLst>
              <a:ext uri="{FF2B5EF4-FFF2-40B4-BE49-F238E27FC236}">
                <a16:creationId xmlns:a16="http://schemas.microsoft.com/office/drawing/2014/main" id="{F958004B-6C7E-88CA-E802-9B667FA24BA7}"/>
              </a:ext>
            </a:extLst>
          </p:cNvPr>
          <p:cNvSpPr>
            <a:spLocks noGrp="1"/>
          </p:cNvSpPr>
          <p:nvPr>
            <p:ph type="body" sz="quarter" idx="438" hasCustomPrompt="1"/>
          </p:nvPr>
        </p:nvSpPr>
        <p:spPr>
          <a:xfrm>
            <a:off x="1038487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2" name="Espaço Reservado para Texto 19">
            <a:extLst>
              <a:ext uri="{FF2B5EF4-FFF2-40B4-BE49-F238E27FC236}">
                <a16:creationId xmlns:a16="http://schemas.microsoft.com/office/drawing/2014/main" id="{92BFB9FE-FA0E-618D-9EC2-339153350516}"/>
              </a:ext>
            </a:extLst>
          </p:cNvPr>
          <p:cNvSpPr>
            <a:spLocks noGrp="1"/>
          </p:cNvSpPr>
          <p:nvPr>
            <p:ph type="body" sz="quarter" idx="439" hasCustomPrompt="1"/>
          </p:nvPr>
        </p:nvSpPr>
        <p:spPr>
          <a:xfrm>
            <a:off x="1038487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2" name="Espaço Reservado para Texto 19">
            <a:extLst>
              <a:ext uri="{FF2B5EF4-FFF2-40B4-BE49-F238E27FC236}">
                <a16:creationId xmlns:a16="http://schemas.microsoft.com/office/drawing/2014/main" id="{292DA330-9AF0-13F4-80A8-2662F6997941}"/>
              </a:ext>
            </a:extLst>
          </p:cNvPr>
          <p:cNvSpPr>
            <a:spLocks noGrp="1"/>
          </p:cNvSpPr>
          <p:nvPr>
            <p:ph type="body" sz="quarter" idx="330" hasCustomPrompt="1"/>
          </p:nvPr>
        </p:nvSpPr>
        <p:spPr>
          <a:xfrm>
            <a:off x="1038487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47" name="Espaço Reservado para Texto 19">
            <a:extLst>
              <a:ext uri="{FF2B5EF4-FFF2-40B4-BE49-F238E27FC236}">
                <a16:creationId xmlns:a16="http://schemas.microsoft.com/office/drawing/2014/main" id="{01A772B5-9848-686D-19FC-E263B6242367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1061323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48" name="Espaço Reservado para Texto 19">
            <a:extLst>
              <a:ext uri="{FF2B5EF4-FFF2-40B4-BE49-F238E27FC236}">
                <a16:creationId xmlns:a16="http://schemas.microsoft.com/office/drawing/2014/main" id="{80843970-E6FA-EA67-248D-883D95348850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2557344" y="1539904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49" name="Espaço Reservado para Texto 8">
            <a:extLst>
              <a:ext uri="{FF2B5EF4-FFF2-40B4-BE49-F238E27FC236}">
                <a16:creationId xmlns:a16="http://schemas.microsoft.com/office/drawing/2014/main" id="{89BAE216-0BE8-0E6A-E19E-819787B707A9}"/>
              </a:ext>
            </a:extLst>
          </p:cNvPr>
          <p:cNvSpPr>
            <a:spLocks noGrp="1"/>
          </p:cNvSpPr>
          <p:nvPr>
            <p:ph type="body" sz="quarter" idx="398" hasCustomPrompt="1"/>
          </p:nvPr>
        </p:nvSpPr>
        <p:spPr>
          <a:xfrm>
            <a:off x="1044705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0" name="Espaço Reservado para Texto 8">
            <a:extLst>
              <a:ext uri="{FF2B5EF4-FFF2-40B4-BE49-F238E27FC236}">
                <a16:creationId xmlns:a16="http://schemas.microsoft.com/office/drawing/2014/main" id="{F905356C-71E3-8132-26B5-C3EC24D1FD88}"/>
              </a:ext>
            </a:extLst>
          </p:cNvPr>
          <p:cNvSpPr>
            <a:spLocks noGrp="1"/>
          </p:cNvSpPr>
          <p:nvPr>
            <p:ph type="body" sz="quarter" idx="399" hasCustomPrompt="1"/>
          </p:nvPr>
        </p:nvSpPr>
        <p:spPr>
          <a:xfrm>
            <a:off x="3194681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1" name="Espaço Reservado para Texto 8">
            <a:extLst>
              <a:ext uri="{FF2B5EF4-FFF2-40B4-BE49-F238E27FC236}">
                <a16:creationId xmlns:a16="http://schemas.microsoft.com/office/drawing/2014/main" id="{F360A969-B166-07F8-98A9-856C9365C730}"/>
              </a:ext>
            </a:extLst>
          </p:cNvPr>
          <p:cNvSpPr>
            <a:spLocks noGrp="1"/>
          </p:cNvSpPr>
          <p:nvPr>
            <p:ph type="body" sz="quarter" idx="400" hasCustomPrompt="1"/>
          </p:nvPr>
        </p:nvSpPr>
        <p:spPr>
          <a:xfrm>
            <a:off x="5342342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2" name="Espaço Reservado para Texto 8">
            <a:extLst>
              <a:ext uri="{FF2B5EF4-FFF2-40B4-BE49-F238E27FC236}">
                <a16:creationId xmlns:a16="http://schemas.microsoft.com/office/drawing/2014/main" id="{BCCB904F-EE60-C0D6-B20C-7016AB466F6B}"/>
              </a:ext>
            </a:extLst>
          </p:cNvPr>
          <p:cNvSpPr>
            <a:spLocks noGrp="1"/>
          </p:cNvSpPr>
          <p:nvPr>
            <p:ph type="body" sz="quarter" idx="401" hasCustomPrompt="1"/>
          </p:nvPr>
        </p:nvSpPr>
        <p:spPr>
          <a:xfrm>
            <a:off x="7495923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3" name="Espaço Reservado para Texto 8">
            <a:extLst>
              <a:ext uri="{FF2B5EF4-FFF2-40B4-BE49-F238E27FC236}">
                <a16:creationId xmlns:a16="http://schemas.microsoft.com/office/drawing/2014/main" id="{3B779E9A-CCD4-B4E6-67E4-73653265BE85}"/>
              </a:ext>
            </a:extLst>
          </p:cNvPr>
          <p:cNvSpPr>
            <a:spLocks noGrp="1"/>
          </p:cNvSpPr>
          <p:nvPr>
            <p:ph type="body" sz="quarter" idx="402" hasCustomPrompt="1"/>
          </p:nvPr>
        </p:nvSpPr>
        <p:spPr>
          <a:xfrm>
            <a:off x="9649504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08C5FF0-EAAD-598B-3748-94BFC174FA0D}"/>
              </a:ext>
            </a:extLst>
          </p:cNvPr>
          <p:cNvSpPr/>
          <p:nvPr userDrawn="1"/>
        </p:nvSpPr>
        <p:spPr>
          <a:xfrm>
            <a:off x="469898" y="1477401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09:00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560DCDE0-3727-5B98-B856-40F6493DDA88}"/>
              </a:ext>
            </a:extLst>
          </p:cNvPr>
          <p:cNvSpPr/>
          <p:nvPr userDrawn="1"/>
        </p:nvSpPr>
        <p:spPr>
          <a:xfrm>
            <a:off x="469898" y="2013202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10:00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315CE0C6-A624-B07B-7AFE-4FA31627837F}"/>
              </a:ext>
            </a:extLst>
          </p:cNvPr>
          <p:cNvSpPr/>
          <p:nvPr userDrawn="1"/>
        </p:nvSpPr>
        <p:spPr>
          <a:xfrm>
            <a:off x="469898" y="2549003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11:00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A404730-4BD0-AFA0-6082-B9B9C46EAA31}"/>
              </a:ext>
            </a:extLst>
          </p:cNvPr>
          <p:cNvSpPr/>
          <p:nvPr userDrawn="1"/>
        </p:nvSpPr>
        <p:spPr>
          <a:xfrm>
            <a:off x="469898" y="3084804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12:00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5C34A63C-9470-8295-64DC-8E533AC6AF24}"/>
              </a:ext>
            </a:extLst>
          </p:cNvPr>
          <p:cNvSpPr/>
          <p:nvPr userDrawn="1"/>
        </p:nvSpPr>
        <p:spPr>
          <a:xfrm>
            <a:off x="469898" y="3620605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13:00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80BDE82-0257-D2F4-6036-A8C07DAA3988}"/>
              </a:ext>
            </a:extLst>
          </p:cNvPr>
          <p:cNvSpPr/>
          <p:nvPr userDrawn="1"/>
        </p:nvSpPr>
        <p:spPr>
          <a:xfrm>
            <a:off x="469898" y="4156406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14:00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F7E04F50-0443-74E4-C55D-9F93DEF6209F}"/>
              </a:ext>
            </a:extLst>
          </p:cNvPr>
          <p:cNvSpPr/>
          <p:nvPr userDrawn="1"/>
        </p:nvSpPr>
        <p:spPr>
          <a:xfrm>
            <a:off x="469898" y="4692207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15:00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6E53A425-7FE6-90A2-0A5A-633E670040CB}"/>
              </a:ext>
            </a:extLst>
          </p:cNvPr>
          <p:cNvSpPr/>
          <p:nvPr userDrawn="1"/>
        </p:nvSpPr>
        <p:spPr>
          <a:xfrm>
            <a:off x="469898" y="5228008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16:00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CBCC02BE-9F53-3451-6891-6D148C6956DA}"/>
              </a:ext>
            </a:extLst>
          </p:cNvPr>
          <p:cNvSpPr/>
          <p:nvPr userDrawn="1"/>
        </p:nvSpPr>
        <p:spPr>
          <a:xfrm>
            <a:off x="469898" y="5763809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17:00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39E3F780-25D3-70BE-76C6-B6B5170BC540}"/>
              </a:ext>
            </a:extLst>
          </p:cNvPr>
          <p:cNvSpPr/>
          <p:nvPr userDrawn="1"/>
        </p:nvSpPr>
        <p:spPr>
          <a:xfrm>
            <a:off x="469898" y="6299607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18:00</a:t>
            </a:r>
          </a:p>
        </p:txBody>
      </p:sp>
      <p:sp>
        <p:nvSpPr>
          <p:cNvPr id="64" name="Espaço Reservado para Texto 19">
            <a:extLst>
              <a:ext uri="{FF2B5EF4-FFF2-40B4-BE49-F238E27FC236}">
                <a16:creationId xmlns:a16="http://schemas.microsoft.com/office/drawing/2014/main" id="{71397C2D-CDE4-A723-FA84-1B8ACFC9ED7F}"/>
              </a:ext>
            </a:extLst>
          </p:cNvPr>
          <p:cNvSpPr>
            <a:spLocks noGrp="1"/>
          </p:cNvSpPr>
          <p:nvPr>
            <p:ph type="body" sz="quarter" idx="403" hasCustomPrompt="1"/>
          </p:nvPr>
        </p:nvSpPr>
        <p:spPr>
          <a:xfrm>
            <a:off x="1479725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65" name="Espaço Reservado para Texto 19">
            <a:extLst>
              <a:ext uri="{FF2B5EF4-FFF2-40B4-BE49-F238E27FC236}">
                <a16:creationId xmlns:a16="http://schemas.microsoft.com/office/drawing/2014/main" id="{4B754E4D-A6C0-D148-5584-262A74F01BFD}"/>
              </a:ext>
            </a:extLst>
          </p:cNvPr>
          <p:cNvSpPr>
            <a:spLocks noGrp="1"/>
          </p:cNvSpPr>
          <p:nvPr>
            <p:ph type="body" sz="quarter" idx="404" hasCustomPrompt="1"/>
          </p:nvPr>
        </p:nvSpPr>
        <p:spPr>
          <a:xfrm>
            <a:off x="1061323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66" name="Espaço Reservado para Texto 19">
            <a:extLst>
              <a:ext uri="{FF2B5EF4-FFF2-40B4-BE49-F238E27FC236}">
                <a16:creationId xmlns:a16="http://schemas.microsoft.com/office/drawing/2014/main" id="{1A6987C1-E1AB-24C2-D9EC-307170000D87}"/>
              </a:ext>
            </a:extLst>
          </p:cNvPr>
          <p:cNvSpPr>
            <a:spLocks noGrp="1"/>
          </p:cNvSpPr>
          <p:nvPr>
            <p:ph type="body" sz="quarter" idx="405" hasCustomPrompt="1"/>
          </p:nvPr>
        </p:nvSpPr>
        <p:spPr>
          <a:xfrm>
            <a:off x="2557344" y="2075705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67" name="Espaço Reservado para Texto 19">
            <a:extLst>
              <a:ext uri="{FF2B5EF4-FFF2-40B4-BE49-F238E27FC236}">
                <a16:creationId xmlns:a16="http://schemas.microsoft.com/office/drawing/2014/main" id="{F5856E16-833E-309A-0D9B-E6213F6E9ACF}"/>
              </a:ext>
            </a:extLst>
          </p:cNvPr>
          <p:cNvSpPr>
            <a:spLocks noGrp="1"/>
          </p:cNvSpPr>
          <p:nvPr>
            <p:ph type="body" sz="quarter" idx="406" hasCustomPrompt="1"/>
          </p:nvPr>
        </p:nvSpPr>
        <p:spPr>
          <a:xfrm>
            <a:off x="1479725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68" name="Espaço Reservado para Texto 19">
            <a:extLst>
              <a:ext uri="{FF2B5EF4-FFF2-40B4-BE49-F238E27FC236}">
                <a16:creationId xmlns:a16="http://schemas.microsoft.com/office/drawing/2014/main" id="{8AC32FC8-F5DC-A150-18AD-DBB8013D8510}"/>
              </a:ext>
            </a:extLst>
          </p:cNvPr>
          <p:cNvSpPr>
            <a:spLocks noGrp="1"/>
          </p:cNvSpPr>
          <p:nvPr>
            <p:ph type="body" sz="quarter" idx="407" hasCustomPrompt="1"/>
          </p:nvPr>
        </p:nvSpPr>
        <p:spPr>
          <a:xfrm>
            <a:off x="1061323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69" name="Espaço Reservado para Texto 19">
            <a:extLst>
              <a:ext uri="{FF2B5EF4-FFF2-40B4-BE49-F238E27FC236}">
                <a16:creationId xmlns:a16="http://schemas.microsoft.com/office/drawing/2014/main" id="{AD7F2A0F-F392-4036-2E18-2BF94DDFD803}"/>
              </a:ext>
            </a:extLst>
          </p:cNvPr>
          <p:cNvSpPr>
            <a:spLocks noGrp="1"/>
          </p:cNvSpPr>
          <p:nvPr>
            <p:ph type="body" sz="quarter" idx="408" hasCustomPrompt="1"/>
          </p:nvPr>
        </p:nvSpPr>
        <p:spPr>
          <a:xfrm>
            <a:off x="2557344" y="2611506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70" name="Espaço Reservado para Texto 19">
            <a:extLst>
              <a:ext uri="{FF2B5EF4-FFF2-40B4-BE49-F238E27FC236}">
                <a16:creationId xmlns:a16="http://schemas.microsoft.com/office/drawing/2014/main" id="{6C3EE87C-E86F-CEE7-20F0-254F3D569718}"/>
              </a:ext>
            </a:extLst>
          </p:cNvPr>
          <p:cNvSpPr>
            <a:spLocks noGrp="1"/>
          </p:cNvSpPr>
          <p:nvPr>
            <p:ph type="body" sz="quarter" idx="409" hasCustomPrompt="1"/>
          </p:nvPr>
        </p:nvSpPr>
        <p:spPr>
          <a:xfrm>
            <a:off x="1479725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1" name="Espaço Reservado para Texto 19">
            <a:extLst>
              <a:ext uri="{FF2B5EF4-FFF2-40B4-BE49-F238E27FC236}">
                <a16:creationId xmlns:a16="http://schemas.microsoft.com/office/drawing/2014/main" id="{370EEC82-9769-7A3B-6FE5-91E0FF8C71B0}"/>
              </a:ext>
            </a:extLst>
          </p:cNvPr>
          <p:cNvSpPr>
            <a:spLocks noGrp="1"/>
          </p:cNvSpPr>
          <p:nvPr>
            <p:ph type="body" sz="quarter" idx="410" hasCustomPrompt="1"/>
          </p:nvPr>
        </p:nvSpPr>
        <p:spPr>
          <a:xfrm>
            <a:off x="1061323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2" name="Espaço Reservado para Texto 19">
            <a:extLst>
              <a:ext uri="{FF2B5EF4-FFF2-40B4-BE49-F238E27FC236}">
                <a16:creationId xmlns:a16="http://schemas.microsoft.com/office/drawing/2014/main" id="{6AFBE3FF-6804-3E5E-9C20-0F778E7AE9A5}"/>
              </a:ext>
            </a:extLst>
          </p:cNvPr>
          <p:cNvSpPr>
            <a:spLocks noGrp="1"/>
          </p:cNvSpPr>
          <p:nvPr>
            <p:ph type="body" sz="quarter" idx="411" hasCustomPrompt="1"/>
          </p:nvPr>
        </p:nvSpPr>
        <p:spPr>
          <a:xfrm>
            <a:off x="2557344" y="3147307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73" name="Espaço Reservado para Texto 19">
            <a:extLst>
              <a:ext uri="{FF2B5EF4-FFF2-40B4-BE49-F238E27FC236}">
                <a16:creationId xmlns:a16="http://schemas.microsoft.com/office/drawing/2014/main" id="{59609A54-BEF9-BC52-96F0-3EB77B28D09C}"/>
              </a:ext>
            </a:extLst>
          </p:cNvPr>
          <p:cNvSpPr>
            <a:spLocks noGrp="1"/>
          </p:cNvSpPr>
          <p:nvPr>
            <p:ph type="body" sz="quarter" idx="412" hasCustomPrompt="1"/>
          </p:nvPr>
        </p:nvSpPr>
        <p:spPr>
          <a:xfrm>
            <a:off x="1479725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4" name="Espaço Reservado para Texto 19">
            <a:extLst>
              <a:ext uri="{FF2B5EF4-FFF2-40B4-BE49-F238E27FC236}">
                <a16:creationId xmlns:a16="http://schemas.microsoft.com/office/drawing/2014/main" id="{0A54AB1F-203B-1EBF-93F5-921FD1273199}"/>
              </a:ext>
            </a:extLst>
          </p:cNvPr>
          <p:cNvSpPr>
            <a:spLocks noGrp="1"/>
          </p:cNvSpPr>
          <p:nvPr>
            <p:ph type="body" sz="quarter" idx="413" hasCustomPrompt="1"/>
          </p:nvPr>
        </p:nvSpPr>
        <p:spPr>
          <a:xfrm>
            <a:off x="1061323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5" name="Espaço Reservado para Texto 19">
            <a:extLst>
              <a:ext uri="{FF2B5EF4-FFF2-40B4-BE49-F238E27FC236}">
                <a16:creationId xmlns:a16="http://schemas.microsoft.com/office/drawing/2014/main" id="{65EBEC9C-7FB1-F0E1-DA0F-5451D6C5F91C}"/>
              </a:ext>
            </a:extLst>
          </p:cNvPr>
          <p:cNvSpPr>
            <a:spLocks noGrp="1"/>
          </p:cNvSpPr>
          <p:nvPr>
            <p:ph type="body" sz="quarter" idx="414" hasCustomPrompt="1"/>
          </p:nvPr>
        </p:nvSpPr>
        <p:spPr>
          <a:xfrm>
            <a:off x="2557344" y="3683108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76" name="Espaço Reservado para Texto 19">
            <a:extLst>
              <a:ext uri="{FF2B5EF4-FFF2-40B4-BE49-F238E27FC236}">
                <a16:creationId xmlns:a16="http://schemas.microsoft.com/office/drawing/2014/main" id="{D3AC3692-5A5D-E100-A121-51CE88F3B8A2}"/>
              </a:ext>
            </a:extLst>
          </p:cNvPr>
          <p:cNvSpPr>
            <a:spLocks noGrp="1"/>
          </p:cNvSpPr>
          <p:nvPr>
            <p:ph type="body" sz="quarter" idx="415" hasCustomPrompt="1"/>
          </p:nvPr>
        </p:nvSpPr>
        <p:spPr>
          <a:xfrm>
            <a:off x="1479725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7" name="Espaço Reservado para Texto 19">
            <a:extLst>
              <a:ext uri="{FF2B5EF4-FFF2-40B4-BE49-F238E27FC236}">
                <a16:creationId xmlns:a16="http://schemas.microsoft.com/office/drawing/2014/main" id="{5F310F9D-0BC8-61A6-A371-9C70D684C32B}"/>
              </a:ext>
            </a:extLst>
          </p:cNvPr>
          <p:cNvSpPr>
            <a:spLocks noGrp="1"/>
          </p:cNvSpPr>
          <p:nvPr>
            <p:ph type="body" sz="quarter" idx="416" hasCustomPrompt="1"/>
          </p:nvPr>
        </p:nvSpPr>
        <p:spPr>
          <a:xfrm>
            <a:off x="1061323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8" name="Espaço Reservado para Texto 19">
            <a:extLst>
              <a:ext uri="{FF2B5EF4-FFF2-40B4-BE49-F238E27FC236}">
                <a16:creationId xmlns:a16="http://schemas.microsoft.com/office/drawing/2014/main" id="{1EB40A2A-3F95-3BE4-B433-452C25A9469B}"/>
              </a:ext>
            </a:extLst>
          </p:cNvPr>
          <p:cNvSpPr>
            <a:spLocks noGrp="1"/>
          </p:cNvSpPr>
          <p:nvPr>
            <p:ph type="body" sz="quarter" idx="417" hasCustomPrompt="1"/>
          </p:nvPr>
        </p:nvSpPr>
        <p:spPr>
          <a:xfrm>
            <a:off x="2557344" y="4218909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79" name="Espaço Reservado para Texto 19">
            <a:extLst>
              <a:ext uri="{FF2B5EF4-FFF2-40B4-BE49-F238E27FC236}">
                <a16:creationId xmlns:a16="http://schemas.microsoft.com/office/drawing/2014/main" id="{E11A0CE6-C420-49DF-A559-986C5F113664}"/>
              </a:ext>
            </a:extLst>
          </p:cNvPr>
          <p:cNvSpPr>
            <a:spLocks noGrp="1"/>
          </p:cNvSpPr>
          <p:nvPr>
            <p:ph type="body" sz="quarter" idx="418" hasCustomPrompt="1"/>
          </p:nvPr>
        </p:nvSpPr>
        <p:spPr>
          <a:xfrm>
            <a:off x="1479725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0" name="Espaço Reservado para Texto 19">
            <a:extLst>
              <a:ext uri="{FF2B5EF4-FFF2-40B4-BE49-F238E27FC236}">
                <a16:creationId xmlns:a16="http://schemas.microsoft.com/office/drawing/2014/main" id="{A51E00E0-B9A1-28F1-92B5-F9A8492B2144}"/>
              </a:ext>
            </a:extLst>
          </p:cNvPr>
          <p:cNvSpPr>
            <a:spLocks noGrp="1"/>
          </p:cNvSpPr>
          <p:nvPr>
            <p:ph type="body" sz="quarter" idx="419" hasCustomPrompt="1"/>
          </p:nvPr>
        </p:nvSpPr>
        <p:spPr>
          <a:xfrm>
            <a:off x="1061323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1" name="Espaço Reservado para Texto 19">
            <a:extLst>
              <a:ext uri="{FF2B5EF4-FFF2-40B4-BE49-F238E27FC236}">
                <a16:creationId xmlns:a16="http://schemas.microsoft.com/office/drawing/2014/main" id="{48D83B93-9F45-84DE-9561-521027C60AD2}"/>
              </a:ext>
            </a:extLst>
          </p:cNvPr>
          <p:cNvSpPr>
            <a:spLocks noGrp="1"/>
          </p:cNvSpPr>
          <p:nvPr>
            <p:ph type="body" sz="quarter" idx="420" hasCustomPrompt="1"/>
          </p:nvPr>
        </p:nvSpPr>
        <p:spPr>
          <a:xfrm>
            <a:off x="2557344" y="4754710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82" name="Espaço Reservado para Texto 19">
            <a:extLst>
              <a:ext uri="{FF2B5EF4-FFF2-40B4-BE49-F238E27FC236}">
                <a16:creationId xmlns:a16="http://schemas.microsoft.com/office/drawing/2014/main" id="{02450A1C-1045-83D2-0AD1-E5644CAF2D1C}"/>
              </a:ext>
            </a:extLst>
          </p:cNvPr>
          <p:cNvSpPr>
            <a:spLocks noGrp="1"/>
          </p:cNvSpPr>
          <p:nvPr>
            <p:ph type="body" sz="quarter" idx="421" hasCustomPrompt="1"/>
          </p:nvPr>
        </p:nvSpPr>
        <p:spPr>
          <a:xfrm>
            <a:off x="1479725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3" name="Espaço Reservado para Texto 19">
            <a:extLst>
              <a:ext uri="{FF2B5EF4-FFF2-40B4-BE49-F238E27FC236}">
                <a16:creationId xmlns:a16="http://schemas.microsoft.com/office/drawing/2014/main" id="{C7D8EECB-C424-2835-4B1F-91FE6ED9291E}"/>
              </a:ext>
            </a:extLst>
          </p:cNvPr>
          <p:cNvSpPr>
            <a:spLocks noGrp="1"/>
          </p:cNvSpPr>
          <p:nvPr>
            <p:ph type="body" sz="quarter" idx="422" hasCustomPrompt="1"/>
          </p:nvPr>
        </p:nvSpPr>
        <p:spPr>
          <a:xfrm>
            <a:off x="1061323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4" name="Espaço Reservado para Texto 19">
            <a:extLst>
              <a:ext uri="{FF2B5EF4-FFF2-40B4-BE49-F238E27FC236}">
                <a16:creationId xmlns:a16="http://schemas.microsoft.com/office/drawing/2014/main" id="{64E4F66D-FA41-B9FF-654C-3844537DEFFF}"/>
              </a:ext>
            </a:extLst>
          </p:cNvPr>
          <p:cNvSpPr>
            <a:spLocks noGrp="1"/>
          </p:cNvSpPr>
          <p:nvPr>
            <p:ph type="body" sz="quarter" idx="423" hasCustomPrompt="1"/>
          </p:nvPr>
        </p:nvSpPr>
        <p:spPr>
          <a:xfrm>
            <a:off x="2557344" y="5290511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85" name="Espaço Reservado para Texto 19">
            <a:extLst>
              <a:ext uri="{FF2B5EF4-FFF2-40B4-BE49-F238E27FC236}">
                <a16:creationId xmlns:a16="http://schemas.microsoft.com/office/drawing/2014/main" id="{1CD3C269-C9BF-69D9-B899-2730E1695DFB}"/>
              </a:ext>
            </a:extLst>
          </p:cNvPr>
          <p:cNvSpPr>
            <a:spLocks noGrp="1"/>
          </p:cNvSpPr>
          <p:nvPr>
            <p:ph type="body" sz="quarter" idx="424" hasCustomPrompt="1"/>
          </p:nvPr>
        </p:nvSpPr>
        <p:spPr>
          <a:xfrm>
            <a:off x="1479725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6" name="Espaço Reservado para Texto 19">
            <a:extLst>
              <a:ext uri="{FF2B5EF4-FFF2-40B4-BE49-F238E27FC236}">
                <a16:creationId xmlns:a16="http://schemas.microsoft.com/office/drawing/2014/main" id="{7946BF70-F99C-F964-564D-AE9C6C3F8433}"/>
              </a:ext>
            </a:extLst>
          </p:cNvPr>
          <p:cNvSpPr>
            <a:spLocks noGrp="1"/>
          </p:cNvSpPr>
          <p:nvPr>
            <p:ph type="body" sz="quarter" idx="425" hasCustomPrompt="1"/>
          </p:nvPr>
        </p:nvSpPr>
        <p:spPr>
          <a:xfrm>
            <a:off x="1061323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7" name="Espaço Reservado para Texto 19">
            <a:extLst>
              <a:ext uri="{FF2B5EF4-FFF2-40B4-BE49-F238E27FC236}">
                <a16:creationId xmlns:a16="http://schemas.microsoft.com/office/drawing/2014/main" id="{2609DD83-8C1F-C898-2DDF-CC32B3B677DD}"/>
              </a:ext>
            </a:extLst>
          </p:cNvPr>
          <p:cNvSpPr>
            <a:spLocks noGrp="1"/>
          </p:cNvSpPr>
          <p:nvPr>
            <p:ph type="body" sz="quarter" idx="426" hasCustomPrompt="1"/>
          </p:nvPr>
        </p:nvSpPr>
        <p:spPr>
          <a:xfrm>
            <a:off x="2557344" y="5826312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88" name="Espaço Reservado para Texto 19">
            <a:extLst>
              <a:ext uri="{FF2B5EF4-FFF2-40B4-BE49-F238E27FC236}">
                <a16:creationId xmlns:a16="http://schemas.microsoft.com/office/drawing/2014/main" id="{79520A62-1823-080E-A12F-F53596EA7D0C}"/>
              </a:ext>
            </a:extLst>
          </p:cNvPr>
          <p:cNvSpPr>
            <a:spLocks noGrp="1"/>
          </p:cNvSpPr>
          <p:nvPr>
            <p:ph type="body" sz="quarter" idx="427" hasCustomPrompt="1"/>
          </p:nvPr>
        </p:nvSpPr>
        <p:spPr>
          <a:xfrm>
            <a:off x="1479725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9" name="Espaço Reservado para Texto 19">
            <a:extLst>
              <a:ext uri="{FF2B5EF4-FFF2-40B4-BE49-F238E27FC236}">
                <a16:creationId xmlns:a16="http://schemas.microsoft.com/office/drawing/2014/main" id="{40834536-33C8-2D50-42A5-001A615B858E}"/>
              </a:ext>
            </a:extLst>
          </p:cNvPr>
          <p:cNvSpPr>
            <a:spLocks noGrp="1"/>
          </p:cNvSpPr>
          <p:nvPr>
            <p:ph type="body" sz="quarter" idx="428" hasCustomPrompt="1"/>
          </p:nvPr>
        </p:nvSpPr>
        <p:spPr>
          <a:xfrm>
            <a:off x="1061323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90" name="Espaço Reservado para Texto 19">
            <a:extLst>
              <a:ext uri="{FF2B5EF4-FFF2-40B4-BE49-F238E27FC236}">
                <a16:creationId xmlns:a16="http://schemas.microsoft.com/office/drawing/2014/main" id="{FB5DF6EA-DCC9-887C-39FE-EC7821615151}"/>
              </a:ext>
            </a:extLst>
          </p:cNvPr>
          <p:cNvSpPr>
            <a:spLocks noGrp="1"/>
          </p:cNvSpPr>
          <p:nvPr>
            <p:ph type="body" sz="quarter" idx="429" hasCustomPrompt="1"/>
          </p:nvPr>
        </p:nvSpPr>
        <p:spPr>
          <a:xfrm>
            <a:off x="2557344" y="6362110"/>
            <a:ext cx="384711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91" name="Espaço Reservado para Texto 19">
            <a:extLst>
              <a:ext uri="{FF2B5EF4-FFF2-40B4-BE49-F238E27FC236}">
                <a16:creationId xmlns:a16="http://schemas.microsoft.com/office/drawing/2014/main" id="{1EB8575C-97A4-6D4A-4C70-F90BDC38CE4A}"/>
              </a:ext>
            </a:extLst>
          </p:cNvPr>
          <p:cNvSpPr>
            <a:spLocks noGrp="1"/>
          </p:cNvSpPr>
          <p:nvPr>
            <p:ph type="body" sz="quarter" idx="430" hasCustomPrompt="1"/>
          </p:nvPr>
        </p:nvSpPr>
        <p:spPr>
          <a:xfrm>
            <a:off x="1479725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23" name="Espaço Reservado para Texto 19">
            <a:extLst>
              <a:ext uri="{FF2B5EF4-FFF2-40B4-BE49-F238E27FC236}">
                <a16:creationId xmlns:a16="http://schemas.microsoft.com/office/drawing/2014/main" id="{F4F798D6-F7D4-AFA9-581C-B95CFE931A9B}"/>
              </a:ext>
            </a:extLst>
          </p:cNvPr>
          <p:cNvSpPr>
            <a:spLocks noGrp="1"/>
          </p:cNvSpPr>
          <p:nvPr>
            <p:ph type="body" sz="quarter" idx="440" hasCustomPrompt="1"/>
          </p:nvPr>
        </p:nvSpPr>
        <p:spPr>
          <a:xfrm>
            <a:off x="3195791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4" name="Espaço Reservado para Texto 19">
            <a:extLst>
              <a:ext uri="{FF2B5EF4-FFF2-40B4-BE49-F238E27FC236}">
                <a16:creationId xmlns:a16="http://schemas.microsoft.com/office/drawing/2014/main" id="{570EC92A-DF17-A9A7-21A0-84669243DD2C}"/>
              </a:ext>
            </a:extLst>
          </p:cNvPr>
          <p:cNvSpPr>
            <a:spLocks noGrp="1"/>
          </p:cNvSpPr>
          <p:nvPr>
            <p:ph type="body" sz="quarter" idx="441" hasCustomPrompt="1"/>
          </p:nvPr>
        </p:nvSpPr>
        <p:spPr>
          <a:xfrm>
            <a:off x="3195791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5" name="Espaço Reservado para Texto 19">
            <a:extLst>
              <a:ext uri="{FF2B5EF4-FFF2-40B4-BE49-F238E27FC236}">
                <a16:creationId xmlns:a16="http://schemas.microsoft.com/office/drawing/2014/main" id="{6F118B2A-1BF7-B68A-3D46-D3E6C04FD83D}"/>
              </a:ext>
            </a:extLst>
          </p:cNvPr>
          <p:cNvSpPr>
            <a:spLocks noGrp="1"/>
          </p:cNvSpPr>
          <p:nvPr>
            <p:ph type="body" sz="quarter" idx="442" hasCustomPrompt="1"/>
          </p:nvPr>
        </p:nvSpPr>
        <p:spPr>
          <a:xfrm>
            <a:off x="3195791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6" name="Espaço Reservado para Texto 19">
            <a:extLst>
              <a:ext uri="{FF2B5EF4-FFF2-40B4-BE49-F238E27FC236}">
                <a16:creationId xmlns:a16="http://schemas.microsoft.com/office/drawing/2014/main" id="{0C6C7EB4-5D51-E0CD-4069-CEF1BB1E6A14}"/>
              </a:ext>
            </a:extLst>
          </p:cNvPr>
          <p:cNvSpPr>
            <a:spLocks noGrp="1"/>
          </p:cNvSpPr>
          <p:nvPr>
            <p:ph type="body" sz="quarter" idx="443" hasCustomPrompt="1"/>
          </p:nvPr>
        </p:nvSpPr>
        <p:spPr>
          <a:xfrm>
            <a:off x="3195791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7" name="Espaço Reservado para Texto 19">
            <a:extLst>
              <a:ext uri="{FF2B5EF4-FFF2-40B4-BE49-F238E27FC236}">
                <a16:creationId xmlns:a16="http://schemas.microsoft.com/office/drawing/2014/main" id="{5973F2A0-507B-E425-D0D3-907A0E107B8E}"/>
              </a:ext>
            </a:extLst>
          </p:cNvPr>
          <p:cNvSpPr>
            <a:spLocks noGrp="1"/>
          </p:cNvSpPr>
          <p:nvPr>
            <p:ph type="body" sz="quarter" idx="444" hasCustomPrompt="1"/>
          </p:nvPr>
        </p:nvSpPr>
        <p:spPr>
          <a:xfrm>
            <a:off x="3195791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8" name="Espaço Reservado para Texto 19">
            <a:extLst>
              <a:ext uri="{FF2B5EF4-FFF2-40B4-BE49-F238E27FC236}">
                <a16:creationId xmlns:a16="http://schemas.microsoft.com/office/drawing/2014/main" id="{4ABABDC6-D6D1-1EB1-165D-2435DA259B16}"/>
              </a:ext>
            </a:extLst>
          </p:cNvPr>
          <p:cNvSpPr>
            <a:spLocks noGrp="1"/>
          </p:cNvSpPr>
          <p:nvPr>
            <p:ph type="body" sz="quarter" idx="445" hasCustomPrompt="1"/>
          </p:nvPr>
        </p:nvSpPr>
        <p:spPr>
          <a:xfrm>
            <a:off x="3195791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9" name="Espaço Reservado para Texto 19">
            <a:extLst>
              <a:ext uri="{FF2B5EF4-FFF2-40B4-BE49-F238E27FC236}">
                <a16:creationId xmlns:a16="http://schemas.microsoft.com/office/drawing/2014/main" id="{B1E40C6C-5DAA-A304-22CB-86C7DA862604}"/>
              </a:ext>
            </a:extLst>
          </p:cNvPr>
          <p:cNvSpPr>
            <a:spLocks noGrp="1"/>
          </p:cNvSpPr>
          <p:nvPr>
            <p:ph type="body" sz="quarter" idx="446" hasCustomPrompt="1"/>
          </p:nvPr>
        </p:nvSpPr>
        <p:spPr>
          <a:xfrm>
            <a:off x="3195791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0" name="Espaço Reservado para Texto 19">
            <a:extLst>
              <a:ext uri="{FF2B5EF4-FFF2-40B4-BE49-F238E27FC236}">
                <a16:creationId xmlns:a16="http://schemas.microsoft.com/office/drawing/2014/main" id="{681B8E21-DC8E-EA71-9BB7-BCC6C9A11FAD}"/>
              </a:ext>
            </a:extLst>
          </p:cNvPr>
          <p:cNvSpPr>
            <a:spLocks noGrp="1"/>
          </p:cNvSpPr>
          <p:nvPr>
            <p:ph type="body" sz="quarter" idx="447" hasCustomPrompt="1"/>
          </p:nvPr>
        </p:nvSpPr>
        <p:spPr>
          <a:xfrm>
            <a:off x="3195791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1" name="Espaço Reservado para Texto 19">
            <a:extLst>
              <a:ext uri="{FF2B5EF4-FFF2-40B4-BE49-F238E27FC236}">
                <a16:creationId xmlns:a16="http://schemas.microsoft.com/office/drawing/2014/main" id="{53AA9265-CFC4-D21B-BDFE-10C41C73F914}"/>
              </a:ext>
            </a:extLst>
          </p:cNvPr>
          <p:cNvSpPr>
            <a:spLocks noGrp="1"/>
          </p:cNvSpPr>
          <p:nvPr>
            <p:ph type="body" sz="quarter" idx="448" hasCustomPrompt="1"/>
          </p:nvPr>
        </p:nvSpPr>
        <p:spPr>
          <a:xfrm>
            <a:off x="3195791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2" name="Espaço Reservado para Texto 19">
            <a:extLst>
              <a:ext uri="{FF2B5EF4-FFF2-40B4-BE49-F238E27FC236}">
                <a16:creationId xmlns:a16="http://schemas.microsoft.com/office/drawing/2014/main" id="{1DAA5EF6-5C31-C6E1-79D8-3607F89E8C6B}"/>
              </a:ext>
            </a:extLst>
          </p:cNvPr>
          <p:cNvSpPr>
            <a:spLocks noGrp="1"/>
          </p:cNvSpPr>
          <p:nvPr>
            <p:ph type="body" sz="quarter" idx="449" hasCustomPrompt="1"/>
          </p:nvPr>
        </p:nvSpPr>
        <p:spPr>
          <a:xfrm>
            <a:off x="3195791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3" name="Espaço Reservado para Texto 19">
            <a:extLst>
              <a:ext uri="{FF2B5EF4-FFF2-40B4-BE49-F238E27FC236}">
                <a16:creationId xmlns:a16="http://schemas.microsoft.com/office/drawing/2014/main" id="{A271C6FD-EE41-9321-E45B-2C21F3810D05}"/>
              </a:ext>
            </a:extLst>
          </p:cNvPr>
          <p:cNvSpPr>
            <a:spLocks noGrp="1"/>
          </p:cNvSpPr>
          <p:nvPr>
            <p:ph type="body" sz="quarter" idx="450" hasCustomPrompt="1"/>
          </p:nvPr>
        </p:nvSpPr>
        <p:spPr>
          <a:xfrm>
            <a:off x="3218627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4" name="Espaço Reservado para Texto 19">
            <a:extLst>
              <a:ext uri="{FF2B5EF4-FFF2-40B4-BE49-F238E27FC236}">
                <a16:creationId xmlns:a16="http://schemas.microsoft.com/office/drawing/2014/main" id="{296B137B-AF8F-27FE-1914-C5C0F716793F}"/>
              </a:ext>
            </a:extLst>
          </p:cNvPr>
          <p:cNvSpPr>
            <a:spLocks noGrp="1"/>
          </p:cNvSpPr>
          <p:nvPr>
            <p:ph type="body" sz="quarter" idx="451" hasCustomPrompt="1"/>
          </p:nvPr>
        </p:nvSpPr>
        <p:spPr>
          <a:xfrm>
            <a:off x="4697213" y="1539904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35" name="Espaço Reservado para Texto 19">
            <a:extLst>
              <a:ext uri="{FF2B5EF4-FFF2-40B4-BE49-F238E27FC236}">
                <a16:creationId xmlns:a16="http://schemas.microsoft.com/office/drawing/2014/main" id="{2A0B3717-743D-B24B-6667-E14185EEC263}"/>
              </a:ext>
            </a:extLst>
          </p:cNvPr>
          <p:cNvSpPr>
            <a:spLocks noGrp="1"/>
          </p:cNvSpPr>
          <p:nvPr>
            <p:ph type="body" sz="quarter" idx="452" hasCustomPrompt="1"/>
          </p:nvPr>
        </p:nvSpPr>
        <p:spPr>
          <a:xfrm>
            <a:off x="3637029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6" name="Espaço Reservado para Texto 19">
            <a:extLst>
              <a:ext uri="{FF2B5EF4-FFF2-40B4-BE49-F238E27FC236}">
                <a16:creationId xmlns:a16="http://schemas.microsoft.com/office/drawing/2014/main" id="{BCD2A226-A3C1-42AD-95A3-D1F634FB1D7E}"/>
              </a:ext>
            </a:extLst>
          </p:cNvPr>
          <p:cNvSpPr>
            <a:spLocks noGrp="1"/>
          </p:cNvSpPr>
          <p:nvPr>
            <p:ph type="body" sz="quarter" idx="453" hasCustomPrompt="1"/>
          </p:nvPr>
        </p:nvSpPr>
        <p:spPr>
          <a:xfrm>
            <a:off x="3218627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7" name="Espaço Reservado para Texto 19">
            <a:extLst>
              <a:ext uri="{FF2B5EF4-FFF2-40B4-BE49-F238E27FC236}">
                <a16:creationId xmlns:a16="http://schemas.microsoft.com/office/drawing/2014/main" id="{B0978B12-CCC1-C155-516B-7CBC457AF2A2}"/>
              </a:ext>
            </a:extLst>
          </p:cNvPr>
          <p:cNvSpPr>
            <a:spLocks noGrp="1"/>
          </p:cNvSpPr>
          <p:nvPr>
            <p:ph type="body" sz="quarter" idx="454" hasCustomPrompt="1"/>
          </p:nvPr>
        </p:nvSpPr>
        <p:spPr>
          <a:xfrm>
            <a:off x="4697213" y="2075705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38" name="Espaço Reservado para Texto 19">
            <a:extLst>
              <a:ext uri="{FF2B5EF4-FFF2-40B4-BE49-F238E27FC236}">
                <a16:creationId xmlns:a16="http://schemas.microsoft.com/office/drawing/2014/main" id="{878350E1-5D87-C101-87E5-A03A5D4EF8C0}"/>
              </a:ext>
            </a:extLst>
          </p:cNvPr>
          <p:cNvSpPr>
            <a:spLocks noGrp="1"/>
          </p:cNvSpPr>
          <p:nvPr>
            <p:ph type="body" sz="quarter" idx="455" hasCustomPrompt="1"/>
          </p:nvPr>
        </p:nvSpPr>
        <p:spPr>
          <a:xfrm>
            <a:off x="3637029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9" name="Espaço Reservado para Texto 19">
            <a:extLst>
              <a:ext uri="{FF2B5EF4-FFF2-40B4-BE49-F238E27FC236}">
                <a16:creationId xmlns:a16="http://schemas.microsoft.com/office/drawing/2014/main" id="{74E89F5F-A1DF-6480-3338-EB7198F88CF7}"/>
              </a:ext>
            </a:extLst>
          </p:cNvPr>
          <p:cNvSpPr>
            <a:spLocks noGrp="1"/>
          </p:cNvSpPr>
          <p:nvPr>
            <p:ph type="body" sz="quarter" idx="456" hasCustomPrompt="1"/>
          </p:nvPr>
        </p:nvSpPr>
        <p:spPr>
          <a:xfrm>
            <a:off x="3218627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0" name="Espaço Reservado para Texto 19">
            <a:extLst>
              <a:ext uri="{FF2B5EF4-FFF2-40B4-BE49-F238E27FC236}">
                <a16:creationId xmlns:a16="http://schemas.microsoft.com/office/drawing/2014/main" id="{55C162F7-D6BA-8998-078A-F788CC5201DA}"/>
              </a:ext>
            </a:extLst>
          </p:cNvPr>
          <p:cNvSpPr>
            <a:spLocks noGrp="1"/>
          </p:cNvSpPr>
          <p:nvPr>
            <p:ph type="body" sz="quarter" idx="457" hasCustomPrompt="1"/>
          </p:nvPr>
        </p:nvSpPr>
        <p:spPr>
          <a:xfrm>
            <a:off x="4697213" y="2611506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41" name="Espaço Reservado para Texto 19">
            <a:extLst>
              <a:ext uri="{FF2B5EF4-FFF2-40B4-BE49-F238E27FC236}">
                <a16:creationId xmlns:a16="http://schemas.microsoft.com/office/drawing/2014/main" id="{8BD9B82B-3763-D56C-8ED4-6E2811BE2517}"/>
              </a:ext>
            </a:extLst>
          </p:cNvPr>
          <p:cNvSpPr>
            <a:spLocks noGrp="1"/>
          </p:cNvSpPr>
          <p:nvPr>
            <p:ph type="body" sz="quarter" idx="458" hasCustomPrompt="1"/>
          </p:nvPr>
        </p:nvSpPr>
        <p:spPr>
          <a:xfrm>
            <a:off x="3637029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2" name="Espaço Reservado para Texto 19">
            <a:extLst>
              <a:ext uri="{FF2B5EF4-FFF2-40B4-BE49-F238E27FC236}">
                <a16:creationId xmlns:a16="http://schemas.microsoft.com/office/drawing/2014/main" id="{5E913B77-9CB3-1213-3667-E6576B11B933}"/>
              </a:ext>
            </a:extLst>
          </p:cNvPr>
          <p:cNvSpPr>
            <a:spLocks noGrp="1"/>
          </p:cNvSpPr>
          <p:nvPr>
            <p:ph type="body" sz="quarter" idx="459" hasCustomPrompt="1"/>
          </p:nvPr>
        </p:nvSpPr>
        <p:spPr>
          <a:xfrm>
            <a:off x="3218627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3" name="Espaço Reservado para Texto 19">
            <a:extLst>
              <a:ext uri="{FF2B5EF4-FFF2-40B4-BE49-F238E27FC236}">
                <a16:creationId xmlns:a16="http://schemas.microsoft.com/office/drawing/2014/main" id="{9A269C3D-0302-1790-59CF-C1EBA7376F14}"/>
              </a:ext>
            </a:extLst>
          </p:cNvPr>
          <p:cNvSpPr>
            <a:spLocks noGrp="1"/>
          </p:cNvSpPr>
          <p:nvPr>
            <p:ph type="body" sz="quarter" idx="460" hasCustomPrompt="1"/>
          </p:nvPr>
        </p:nvSpPr>
        <p:spPr>
          <a:xfrm>
            <a:off x="4697213" y="3147307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44" name="Espaço Reservado para Texto 19">
            <a:extLst>
              <a:ext uri="{FF2B5EF4-FFF2-40B4-BE49-F238E27FC236}">
                <a16:creationId xmlns:a16="http://schemas.microsoft.com/office/drawing/2014/main" id="{15E42E7E-557A-A933-1E38-6E9AD4041EFE}"/>
              </a:ext>
            </a:extLst>
          </p:cNvPr>
          <p:cNvSpPr>
            <a:spLocks noGrp="1"/>
          </p:cNvSpPr>
          <p:nvPr>
            <p:ph type="body" sz="quarter" idx="461" hasCustomPrompt="1"/>
          </p:nvPr>
        </p:nvSpPr>
        <p:spPr>
          <a:xfrm>
            <a:off x="3637029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5" name="Espaço Reservado para Texto 19">
            <a:extLst>
              <a:ext uri="{FF2B5EF4-FFF2-40B4-BE49-F238E27FC236}">
                <a16:creationId xmlns:a16="http://schemas.microsoft.com/office/drawing/2014/main" id="{1113B3B5-D9DF-6633-FB53-D9A1E35895A6}"/>
              </a:ext>
            </a:extLst>
          </p:cNvPr>
          <p:cNvSpPr>
            <a:spLocks noGrp="1"/>
          </p:cNvSpPr>
          <p:nvPr>
            <p:ph type="body" sz="quarter" idx="462" hasCustomPrompt="1"/>
          </p:nvPr>
        </p:nvSpPr>
        <p:spPr>
          <a:xfrm>
            <a:off x="3218627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6" name="Espaço Reservado para Texto 19">
            <a:extLst>
              <a:ext uri="{FF2B5EF4-FFF2-40B4-BE49-F238E27FC236}">
                <a16:creationId xmlns:a16="http://schemas.microsoft.com/office/drawing/2014/main" id="{51E161E4-77AE-FC63-C2C2-F2BF8F99008E}"/>
              </a:ext>
            </a:extLst>
          </p:cNvPr>
          <p:cNvSpPr>
            <a:spLocks noGrp="1"/>
          </p:cNvSpPr>
          <p:nvPr>
            <p:ph type="body" sz="quarter" idx="463" hasCustomPrompt="1"/>
          </p:nvPr>
        </p:nvSpPr>
        <p:spPr>
          <a:xfrm>
            <a:off x="4697213" y="3683108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47" name="Espaço Reservado para Texto 19">
            <a:extLst>
              <a:ext uri="{FF2B5EF4-FFF2-40B4-BE49-F238E27FC236}">
                <a16:creationId xmlns:a16="http://schemas.microsoft.com/office/drawing/2014/main" id="{D1E90815-C0BE-562D-8180-33819D2509B7}"/>
              </a:ext>
            </a:extLst>
          </p:cNvPr>
          <p:cNvSpPr>
            <a:spLocks noGrp="1"/>
          </p:cNvSpPr>
          <p:nvPr>
            <p:ph type="body" sz="quarter" idx="464" hasCustomPrompt="1"/>
          </p:nvPr>
        </p:nvSpPr>
        <p:spPr>
          <a:xfrm>
            <a:off x="3637029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8" name="Espaço Reservado para Texto 19">
            <a:extLst>
              <a:ext uri="{FF2B5EF4-FFF2-40B4-BE49-F238E27FC236}">
                <a16:creationId xmlns:a16="http://schemas.microsoft.com/office/drawing/2014/main" id="{C3E2E57C-F589-CCEA-5671-C4DD99F88E50}"/>
              </a:ext>
            </a:extLst>
          </p:cNvPr>
          <p:cNvSpPr>
            <a:spLocks noGrp="1"/>
          </p:cNvSpPr>
          <p:nvPr>
            <p:ph type="body" sz="quarter" idx="465" hasCustomPrompt="1"/>
          </p:nvPr>
        </p:nvSpPr>
        <p:spPr>
          <a:xfrm>
            <a:off x="3218627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9" name="Espaço Reservado para Texto 19">
            <a:extLst>
              <a:ext uri="{FF2B5EF4-FFF2-40B4-BE49-F238E27FC236}">
                <a16:creationId xmlns:a16="http://schemas.microsoft.com/office/drawing/2014/main" id="{580EF17C-72FB-7A70-47C6-30149AFB2B53}"/>
              </a:ext>
            </a:extLst>
          </p:cNvPr>
          <p:cNvSpPr>
            <a:spLocks noGrp="1"/>
          </p:cNvSpPr>
          <p:nvPr>
            <p:ph type="body" sz="quarter" idx="466" hasCustomPrompt="1"/>
          </p:nvPr>
        </p:nvSpPr>
        <p:spPr>
          <a:xfrm>
            <a:off x="4697213" y="4218909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50" name="Espaço Reservado para Texto 19">
            <a:extLst>
              <a:ext uri="{FF2B5EF4-FFF2-40B4-BE49-F238E27FC236}">
                <a16:creationId xmlns:a16="http://schemas.microsoft.com/office/drawing/2014/main" id="{31F2EA86-3D3B-E9ED-70FA-65582F085081}"/>
              </a:ext>
            </a:extLst>
          </p:cNvPr>
          <p:cNvSpPr>
            <a:spLocks noGrp="1"/>
          </p:cNvSpPr>
          <p:nvPr>
            <p:ph type="body" sz="quarter" idx="467" hasCustomPrompt="1"/>
          </p:nvPr>
        </p:nvSpPr>
        <p:spPr>
          <a:xfrm>
            <a:off x="3637029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1" name="Espaço Reservado para Texto 19">
            <a:extLst>
              <a:ext uri="{FF2B5EF4-FFF2-40B4-BE49-F238E27FC236}">
                <a16:creationId xmlns:a16="http://schemas.microsoft.com/office/drawing/2014/main" id="{AC4554B0-1DFB-9921-CE15-4F5D14E95722}"/>
              </a:ext>
            </a:extLst>
          </p:cNvPr>
          <p:cNvSpPr>
            <a:spLocks noGrp="1"/>
          </p:cNvSpPr>
          <p:nvPr>
            <p:ph type="body" sz="quarter" idx="468" hasCustomPrompt="1"/>
          </p:nvPr>
        </p:nvSpPr>
        <p:spPr>
          <a:xfrm>
            <a:off x="3218627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2" name="Espaço Reservado para Texto 19">
            <a:extLst>
              <a:ext uri="{FF2B5EF4-FFF2-40B4-BE49-F238E27FC236}">
                <a16:creationId xmlns:a16="http://schemas.microsoft.com/office/drawing/2014/main" id="{76305790-0C93-CB8C-A184-A5EEECF49D37}"/>
              </a:ext>
            </a:extLst>
          </p:cNvPr>
          <p:cNvSpPr>
            <a:spLocks noGrp="1"/>
          </p:cNvSpPr>
          <p:nvPr>
            <p:ph type="body" sz="quarter" idx="469" hasCustomPrompt="1"/>
          </p:nvPr>
        </p:nvSpPr>
        <p:spPr>
          <a:xfrm>
            <a:off x="4697213" y="47547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53" name="Espaço Reservado para Texto 19">
            <a:extLst>
              <a:ext uri="{FF2B5EF4-FFF2-40B4-BE49-F238E27FC236}">
                <a16:creationId xmlns:a16="http://schemas.microsoft.com/office/drawing/2014/main" id="{C33A89F8-CD97-6A6B-147D-BFDE5D2581A9}"/>
              </a:ext>
            </a:extLst>
          </p:cNvPr>
          <p:cNvSpPr>
            <a:spLocks noGrp="1"/>
          </p:cNvSpPr>
          <p:nvPr>
            <p:ph type="body" sz="quarter" idx="470" hasCustomPrompt="1"/>
          </p:nvPr>
        </p:nvSpPr>
        <p:spPr>
          <a:xfrm>
            <a:off x="3637029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4" name="Espaço Reservado para Texto 19">
            <a:extLst>
              <a:ext uri="{FF2B5EF4-FFF2-40B4-BE49-F238E27FC236}">
                <a16:creationId xmlns:a16="http://schemas.microsoft.com/office/drawing/2014/main" id="{AF352A36-811A-8749-F30F-4B21B10E1B14}"/>
              </a:ext>
            </a:extLst>
          </p:cNvPr>
          <p:cNvSpPr>
            <a:spLocks noGrp="1"/>
          </p:cNvSpPr>
          <p:nvPr>
            <p:ph type="body" sz="quarter" idx="471" hasCustomPrompt="1"/>
          </p:nvPr>
        </p:nvSpPr>
        <p:spPr>
          <a:xfrm>
            <a:off x="3218627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5" name="Espaço Reservado para Texto 19">
            <a:extLst>
              <a:ext uri="{FF2B5EF4-FFF2-40B4-BE49-F238E27FC236}">
                <a16:creationId xmlns:a16="http://schemas.microsoft.com/office/drawing/2014/main" id="{A1295923-DCFE-522E-DDBA-332CD4109D03}"/>
              </a:ext>
            </a:extLst>
          </p:cNvPr>
          <p:cNvSpPr>
            <a:spLocks noGrp="1"/>
          </p:cNvSpPr>
          <p:nvPr>
            <p:ph type="body" sz="quarter" idx="472" hasCustomPrompt="1"/>
          </p:nvPr>
        </p:nvSpPr>
        <p:spPr>
          <a:xfrm>
            <a:off x="4697213" y="5290511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56" name="Espaço Reservado para Texto 19">
            <a:extLst>
              <a:ext uri="{FF2B5EF4-FFF2-40B4-BE49-F238E27FC236}">
                <a16:creationId xmlns:a16="http://schemas.microsoft.com/office/drawing/2014/main" id="{D15C2E71-0C09-29D2-B46D-97FE305308EF}"/>
              </a:ext>
            </a:extLst>
          </p:cNvPr>
          <p:cNvSpPr>
            <a:spLocks noGrp="1"/>
          </p:cNvSpPr>
          <p:nvPr>
            <p:ph type="body" sz="quarter" idx="473" hasCustomPrompt="1"/>
          </p:nvPr>
        </p:nvSpPr>
        <p:spPr>
          <a:xfrm>
            <a:off x="3637029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7" name="Espaço Reservado para Texto 19">
            <a:extLst>
              <a:ext uri="{FF2B5EF4-FFF2-40B4-BE49-F238E27FC236}">
                <a16:creationId xmlns:a16="http://schemas.microsoft.com/office/drawing/2014/main" id="{989AF828-5E74-CE3F-BB54-ADB6EA427B5A}"/>
              </a:ext>
            </a:extLst>
          </p:cNvPr>
          <p:cNvSpPr>
            <a:spLocks noGrp="1"/>
          </p:cNvSpPr>
          <p:nvPr>
            <p:ph type="body" sz="quarter" idx="474" hasCustomPrompt="1"/>
          </p:nvPr>
        </p:nvSpPr>
        <p:spPr>
          <a:xfrm>
            <a:off x="3218627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8" name="Espaço Reservado para Texto 19">
            <a:extLst>
              <a:ext uri="{FF2B5EF4-FFF2-40B4-BE49-F238E27FC236}">
                <a16:creationId xmlns:a16="http://schemas.microsoft.com/office/drawing/2014/main" id="{E2E5BEFC-3E71-5CCF-4C7C-FDFF7EFE5F55}"/>
              </a:ext>
            </a:extLst>
          </p:cNvPr>
          <p:cNvSpPr>
            <a:spLocks noGrp="1"/>
          </p:cNvSpPr>
          <p:nvPr>
            <p:ph type="body" sz="quarter" idx="475" hasCustomPrompt="1"/>
          </p:nvPr>
        </p:nvSpPr>
        <p:spPr>
          <a:xfrm>
            <a:off x="4697213" y="5826312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59" name="Espaço Reservado para Texto 19">
            <a:extLst>
              <a:ext uri="{FF2B5EF4-FFF2-40B4-BE49-F238E27FC236}">
                <a16:creationId xmlns:a16="http://schemas.microsoft.com/office/drawing/2014/main" id="{78D8DD02-5066-C4BF-DB3B-8BFFDA6F4C64}"/>
              </a:ext>
            </a:extLst>
          </p:cNvPr>
          <p:cNvSpPr>
            <a:spLocks noGrp="1"/>
          </p:cNvSpPr>
          <p:nvPr>
            <p:ph type="body" sz="quarter" idx="476" hasCustomPrompt="1"/>
          </p:nvPr>
        </p:nvSpPr>
        <p:spPr>
          <a:xfrm>
            <a:off x="3637029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60" name="Espaço Reservado para Texto 19">
            <a:extLst>
              <a:ext uri="{FF2B5EF4-FFF2-40B4-BE49-F238E27FC236}">
                <a16:creationId xmlns:a16="http://schemas.microsoft.com/office/drawing/2014/main" id="{DCE38612-4125-DE6A-1325-027E36E1DC61}"/>
              </a:ext>
            </a:extLst>
          </p:cNvPr>
          <p:cNvSpPr>
            <a:spLocks noGrp="1"/>
          </p:cNvSpPr>
          <p:nvPr>
            <p:ph type="body" sz="quarter" idx="477" hasCustomPrompt="1"/>
          </p:nvPr>
        </p:nvSpPr>
        <p:spPr>
          <a:xfrm>
            <a:off x="3218627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61" name="Espaço Reservado para Texto 19">
            <a:extLst>
              <a:ext uri="{FF2B5EF4-FFF2-40B4-BE49-F238E27FC236}">
                <a16:creationId xmlns:a16="http://schemas.microsoft.com/office/drawing/2014/main" id="{22EF72E2-B5B6-45E4-BF9B-7BDFA9B031F5}"/>
              </a:ext>
            </a:extLst>
          </p:cNvPr>
          <p:cNvSpPr>
            <a:spLocks noGrp="1"/>
          </p:cNvSpPr>
          <p:nvPr>
            <p:ph type="body" sz="quarter" idx="478" hasCustomPrompt="1"/>
          </p:nvPr>
        </p:nvSpPr>
        <p:spPr>
          <a:xfrm>
            <a:off x="4697213" y="63621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62" name="Espaço Reservado para Texto 19">
            <a:extLst>
              <a:ext uri="{FF2B5EF4-FFF2-40B4-BE49-F238E27FC236}">
                <a16:creationId xmlns:a16="http://schemas.microsoft.com/office/drawing/2014/main" id="{A54695BA-27D4-9835-9C32-8F58DA277F24}"/>
              </a:ext>
            </a:extLst>
          </p:cNvPr>
          <p:cNvSpPr>
            <a:spLocks noGrp="1"/>
          </p:cNvSpPr>
          <p:nvPr>
            <p:ph type="body" sz="quarter" idx="479" hasCustomPrompt="1"/>
          </p:nvPr>
        </p:nvSpPr>
        <p:spPr>
          <a:xfrm>
            <a:off x="3637029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63" name="Espaço Reservado para Texto 19">
            <a:extLst>
              <a:ext uri="{FF2B5EF4-FFF2-40B4-BE49-F238E27FC236}">
                <a16:creationId xmlns:a16="http://schemas.microsoft.com/office/drawing/2014/main" id="{AD3098D6-E9D3-BD9B-C61C-E8FF0A72120F}"/>
              </a:ext>
            </a:extLst>
          </p:cNvPr>
          <p:cNvSpPr>
            <a:spLocks noGrp="1"/>
          </p:cNvSpPr>
          <p:nvPr>
            <p:ph type="body" sz="quarter" idx="480" hasCustomPrompt="1"/>
          </p:nvPr>
        </p:nvSpPr>
        <p:spPr>
          <a:xfrm>
            <a:off x="5343570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4" name="Espaço Reservado para Texto 19">
            <a:extLst>
              <a:ext uri="{FF2B5EF4-FFF2-40B4-BE49-F238E27FC236}">
                <a16:creationId xmlns:a16="http://schemas.microsoft.com/office/drawing/2014/main" id="{9F63C421-9509-F3DA-DC02-7A12C2A679DB}"/>
              </a:ext>
            </a:extLst>
          </p:cNvPr>
          <p:cNvSpPr>
            <a:spLocks noGrp="1"/>
          </p:cNvSpPr>
          <p:nvPr>
            <p:ph type="body" sz="quarter" idx="481" hasCustomPrompt="1"/>
          </p:nvPr>
        </p:nvSpPr>
        <p:spPr>
          <a:xfrm>
            <a:off x="5343570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5" name="Espaço Reservado para Texto 19">
            <a:extLst>
              <a:ext uri="{FF2B5EF4-FFF2-40B4-BE49-F238E27FC236}">
                <a16:creationId xmlns:a16="http://schemas.microsoft.com/office/drawing/2014/main" id="{357C2247-1081-0143-9D64-F2F2E36CB76B}"/>
              </a:ext>
            </a:extLst>
          </p:cNvPr>
          <p:cNvSpPr>
            <a:spLocks noGrp="1"/>
          </p:cNvSpPr>
          <p:nvPr>
            <p:ph type="body" sz="quarter" idx="482" hasCustomPrompt="1"/>
          </p:nvPr>
        </p:nvSpPr>
        <p:spPr>
          <a:xfrm>
            <a:off x="5343570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6" name="Espaço Reservado para Texto 19">
            <a:extLst>
              <a:ext uri="{FF2B5EF4-FFF2-40B4-BE49-F238E27FC236}">
                <a16:creationId xmlns:a16="http://schemas.microsoft.com/office/drawing/2014/main" id="{3D7CB829-C2D5-C1A0-08E2-C975C54A260D}"/>
              </a:ext>
            </a:extLst>
          </p:cNvPr>
          <p:cNvSpPr>
            <a:spLocks noGrp="1"/>
          </p:cNvSpPr>
          <p:nvPr>
            <p:ph type="body" sz="quarter" idx="483" hasCustomPrompt="1"/>
          </p:nvPr>
        </p:nvSpPr>
        <p:spPr>
          <a:xfrm>
            <a:off x="5343570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7" name="Espaço Reservado para Texto 19">
            <a:extLst>
              <a:ext uri="{FF2B5EF4-FFF2-40B4-BE49-F238E27FC236}">
                <a16:creationId xmlns:a16="http://schemas.microsoft.com/office/drawing/2014/main" id="{45E9F0F6-C6BF-0B11-3295-8C21FFC7F47D}"/>
              </a:ext>
            </a:extLst>
          </p:cNvPr>
          <p:cNvSpPr>
            <a:spLocks noGrp="1"/>
          </p:cNvSpPr>
          <p:nvPr>
            <p:ph type="body" sz="quarter" idx="484" hasCustomPrompt="1"/>
          </p:nvPr>
        </p:nvSpPr>
        <p:spPr>
          <a:xfrm>
            <a:off x="5343570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8" name="Espaço Reservado para Texto 19">
            <a:extLst>
              <a:ext uri="{FF2B5EF4-FFF2-40B4-BE49-F238E27FC236}">
                <a16:creationId xmlns:a16="http://schemas.microsoft.com/office/drawing/2014/main" id="{463575CF-289F-2605-564C-07B48AE6B7D0}"/>
              </a:ext>
            </a:extLst>
          </p:cNvPr>
          <p:cNvSpPr>
            <a:spLocks noGrp="1"/>
          </p:cNvSpPr>
          <p:nvPr>
            <p:ph type="body" sz="quarter" idx="485" hasCustomPrompt="1"/>
          </p:nvPr>
        </p:nvSpPr>
        <p:spPr>
          <a:xfrm>
            <a:off x="5343570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9" name="Espaço Reservado para Texto 19">
            <a:extLst>
              <a:ext uri="{FF2B5EF4-FFF2-40B4-BE49-F238E27FC236}">
                <a16:creationId xmlns:a16="http://schemas.microsoft.com/office/drawing/2014/main" id="{5EEA44CC-F421-8DEF-7C6E-C4C48696889C}"/>
              </a:ext>
            </a:extLst>
          </p:cNvPr>
          <p:cNvSpPr>
            <a:spLocks noGrp="1"/>
          </p:cNvSpPr>
          <p:nvPr>
            <p:ph type="body" sz="quarter" idx="486" hasCustomPrompt="1"/>
          </p:nvPr>
        </p:nvSpPr>
        <p:spPr>
          <a:xfrm>
            <a:off x="5343570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0" name="Espaço Reservado para Texto 19">
            <a:extLst>
              <a:ext uri="{FF2B5EF4-FFF2-40B4-BE49-F238E27FC236}">
                <a16:creationId xmlns:a16="http://schemas.microsoft.com/office/drawing/2014/main" id="{D731B8A3-323A-C81E-90AC-3992984312AF}"/>
              </a:ext>
            </a:extLst>
          </p:cNvPr>
          <p:cNvSpPr>
            <a:spLocks noGrp="1"/>
          </p:cNvSpPr>
          <p:nvPr>
            <p:ph type="body" sz="quarter" idx="487" hasCustomPrompt="1"/>
          </p:nvPr>
        </p:nvSpPr>
        <p:spPr>
          <a:xfrm>
            <a:off x="5343570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1" name="Espaço Reservado para Texto 19">
            <a:extLst>
              <a:ext uri="{FF2B5EF4-FFF2-40B4-BE49-F238E27FC236}">
                <a16:creationId xmlns:a16="http://schemas.microsoft.com/office/drawing/2014/main" id="{C8DA280E-C9A8-3202-427C-7E0293AEACA6}"/>
              </a:ext>
            </a:extLst>
          </p:cNvPr>
          <p:cNvSpPr>
            <a:spLocks noGrp="1"/>
          </p:cNvSpPr>
          <p:nvPr>
            <p:ph type="body" sz="quarter" idx="488" hasCustomPrompt="1"/>
          </p:nvPr>
        </p:nvSpPr>
        <p:spPr>
          <a:xfrm>
            <a:off x="5343570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2" name="Espaço Reservado para Texto 19">
            <a:extLst>
              <a:ext uri="{FF2B5EF4-FFF2-40B4-BE49-F238E27FC236}">
                <a16:creationId xmlns:a16="http://schemas.microsoft.com/office/drawing/2014/main" id="{4DD4AAE3-05F7-586C-82F1-30893B1B806A}"/>
              </a:ext>
            </a:extLst>
          </p:cNvPr>
          <p:cNvSpPr>
            <a:spLocks noGrp="1"/>
          </p:cNvSpPr>
          <p:nvPr>
            <p:ph type="body" sz="quarter" idx="489" hasCustomPrompt="1"/>
          </p:nvPr>
        </p:nvSpPr>
        <p:spPr>
          <a:xfrm>
            <a:off x="5343570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3" name="Espaço Reservado para Texto 19">
            <a:extLst>
              <a:ext uri="{FF2B5EF4-FFF2-40B4-BE49-F238E27FC236}">
                <a16:creationId xmlns:a16="http://schemas.microsoft.com/office/drawing/2014/main" id="{3A86C49E-BFE7-0AC7-29DC-B4502175B657}"/>
              </a:ext>
            </a:extLst>
          </p:cNvPr>
          <p:cNvSpPr>
            <a:spLocks noGrp="1"/>
          </p:cNvSpPr>
          <p:nvPr>
            <p:ph type="body" sz="quarter" idx="490" hasCustomPrompt="1"/>
          </p:nvPr>
        </p:nvSpPr>
        <p:spPr>
          <a:xfrm>
            <a:off x="5366406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74" name="Espaço Reservado para Texto 19">
            <a:extLst>
              <a:ext uri="{FF2B5EF4-FFF2-40B4-BE49-F238E27FC236}">
                <a16:creationId xmlns:a16="http://schemas.microsoft.com/office/drawing/2014/main" id="{BF7377C2-6D84-15EE-6B72-38DE769343A2}"/>
              </a:ext>
            </a:extLst>
          </p:cNvPr>
          <p:cNvSpPr>
            <a:spLocks noGrp="1"/>
          </p:cNvSpPr>
          <p:nvPr>
            <p:ph type="body" sz="quarter" idx="491" hasCustomPrompt="1"/>
          </p:nvPr>
        </p:nvSpPr>
        <p:spPr>
          <a:xfrm>
            <a:off x="6844992" y="1539904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75" name="Espaço Reservado para Texto 19">
            <a:extLst>
              <a:ext uri="{FF2B5EF4-FFF2-40B4-BE49-F238E27FC236}">
                <a16:creationId xmlns:a16="http://schemas.microsoft.com/office/drawing/2014/main" id="{D09F6EC4-791F-CE1E-D1E5-44F4C60C77FC}"/>
              </a:ext>
            </a:extLst>
          </p:cNvPr>
          <p:cNvSpPr>
            <a:spLocks noGrp="1"/>
          </p:cNvSpPr>
          <p:nvPr>
            <p:ph type="body" sz="quarter" idx="492" hasCustomPrompt="1"/>
          </p:nvPr>
        </p:nvSpPr>
        <p:spPr>
          <a:xfrm>
            <a:off x="5784808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76" name="Espaço Reservado para Texto 19">
            <a:extLst>
              <a:ext uri="{FF2B5EF4-FFF2-40B4-BE49-F238E27FC236}">
                <a16:creationId xmlns:a16="http://schemas.microsoft.com/office/drawing/2014/main" id="{A1DD00E5-EFFE-3519-AD7F-610E74229BBC}"/>
              </a:ext>
            </a:extLst>
          </p:cNvPr>
          <p:cNvSpPr>
            <a:spLocks noGrp="1"/>
          </p:cNvSpPr>
          <p:nvPr>
            <p:ph type="body" sz="quarter" idx="493" hasCustomPrompt="1"/>
          </p:nvPr>
        </p:nvSpPr>
        <p:spPr>
          <a:xfrm>
            <a:off x="5366406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77" name="Espaço Reservado para Texto 19">
            <a:extLst>
              <a:ext uri="{FF2B5EF4-FFF2-40B4-BE49-F238E27FC236}">
                <a16:creationId xmlns:a16="http://schemas.microsoft.com/office/drawing/2014/main" id="{CD96484E-9F91-C911-2F34-C09261396B81}"/>
              </a:ext>
            </a:extLst>
          </p:cNvPr>
          <p:cNvSpPr>
            <a:spLocks noGrp="1"/>
          </p:cNvSpPr>
          <p:nvPr>
            <p:ph type="body" sz="quarter" idx="494" hasCustomPrompt="1"/>
          </p:nvPr>
        </p:nvSpPr>
        <p:spPr>
          <a:xfrm>
            <a:off x="6844992" y="2075705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78" name="Espaço Reservado para Texto 19">
            <a:extLst>
              <a:ext uri="{FF2B5EF4-FFF2-40B4-BE49-F238E27FC236}">
                <a16:creationId xmlns:a16="http://schemas.microsoft.com/office/drawing/2014/main" id="{317EF946-C70D-3FC3-B695-9BE4A9EC2859}"/>
              </a:ext>
            </a:extLst>
          </p:cNvPr>
          <p:cNvSpPr>
            <a:spLocks noGrp="1"/>
          </p:cNvSpPr>
          <p:nvPr>
            <p:ph type="body" sz="quarter" idx="495" hasCustomPrompt="1"/>
          </p:nvPr>
        </p:nvSpPr>
        <p:spPr>
          <a:xfrm>
            <a:off x="5784808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79" name="Espaço Reservado para Texto 19">
            <a:extLst>
              <a:ext uri="{FF2B5EF4-FFF2-40B4-BE49-F238E27FC236}">
                <a16:creationId xmlns:a16="http://schemas.microsoft.com/office/drawing/2014/main" id="{B36A0FE7-0E0A-414D-44B4-2B16F0511F97}"/>
              </a:ext>
            </a:extLst>
          </p:cNvPr>
          <p:cNvSpPr>
            <a:spLocks noGrp="1"/>
          </p:cNvSpPr>
          <p:nvPr>
            <p:ph type="body" sz="quarter" idx="496" hasCustomPrompt="1"/>
          </p:nvPr>
        </p:nvSpPr>
        <p:spPr>
          <a:xfrm>
            <a:off x="5366406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0" name="Espaço Reservado para Texto 19">
            <a:extLst>
              <a:ext uri="{FF2B5EF4-FFF2-40B4-BE49-F238E27FC236}">
                <a16:creationId xmlns:a16="http://schemas.microsoft.com/office/drawing/2014/main" id="{6E4AA832-AFD1-44D1-954A-27278BFCFECB}"/>
              </a:ext>
            </a:extLst>
          </p:cNvPr>
          <p:cNvSpPr>
            <a:spLocks noGrp="1"/>
          </p:cNvSpPr>
          <p:nvPr>
            <p:ph type="body" sz="quarter" idx="497" hasCustomPrompt="1"/>
          </p:nvPr>
        </p:nvSpPr>
        <p:spPr>
          <a:xfrm>
            <a:off x="6844992" y="2611506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81" name="Espaço Reservado para Texto 19">
            <a:extLst>
              <a:ext uri="{FF2B5EF4-FFF2-40B4-BE49-F238E27FC236}">
                <a16:creationId xmlns:a16="http://schemas.microsoft.com/office/drawing/2014/main" id="{63125208-5FFB-22A1-B68B-5E31B3A84C38}"/>
              </a:ext>
            </a:extLst>
          </p:cNvPr>
          <p:cNvSpPr>
            <a:spLocks noGrp="1"/>
          </p:cNvSpPr>
          <p:nvPr>
            <p:ph type="body" sz="quarter" idx="498" hasCustomPrompt="1"/>
          </p:nvPr>
        </p:nvSpPr>
        <p:spPr>
          <a:xfrm>
            <a:off x="5784808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2" name="Espaço Reservado para Texto 19">
            <a:extLst>
              <a:ext uri="{FF2B5EF4-FFF2-40B4-BE49-F238E27FC236}">
                <a16:creationId xmlns:a16="http://schemas.microsoft.com/office/drawing/2014/main" id="{F68BF23E-FDB0-5281-0905-679019EDD2ED}"/>
              </a:ext>
            </a:extLst>
          </p:cNvPr>
          <p:cNvSpPr>
            <a:spLocks noGrp="1"/>
          </p:cNvSpPr>
          <p:nvPr>
            <p:ph type="body" sz="quarter" idx="499" hasCustomPrompt="1"/>
          </p:nvPr>
        </p:nvSpPr>
        <p:spPr>
          <a:xfrm>
            <a:off x="5366406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3" name="Espaço Reservado para Texto 19">
            <a:extLst>
              <a:ext uri="{FF2B5EF4-FFF2-40B4-BE49-F238E27FC236}">
                <a16:creationId xmlns:a16="http://schemas.microsoft.com/office/drawing/2014/main" id="{83D9DBA4-F0AB-6310-AAAC-4B1DA696A40A}"/>
              </a:ext>
            </a:extLst>
          </p:cNvPr>
          <p:cNvSpPr>
            <a:spLocks noGrp="1"/>
          </p:cNvSpPr>
          <p:nvPr>
            <p:ph type="body" sz="quarter" idx="500" hasCustomPrompt="1"/>
          </p:nvPr>
        </p:nvSpPr>
        <p:spPr>
          <a:xfrm>
            <a:off x="6844992" y="3147307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84" name="Espaço Reservado para Texto 19">
            <a:extLst>
              <a:ext uri="{FF2B5EF4-FFF2-40B4-BE49-F238E27FC236}">
                <a16:creationId xmlns:a16="http://schemas.microsoft.com/office/drawing/2014/main" id="{F8ED2B14-A814-3B6F-75E2-C8E562FD8FB0}"/>
              </a:ext>
            </a:extLst>
          </p:cNvPr>
          <p:cNvSpPr>
            <a:spLocks noGrp="1"/>
          </p:cNvSpPr>
          <p:nvPr>
            <p:ph type="body" sz="quarter" idx="501" hasCustomPrompt="1"/>
          </p:nvPr>
        </p:nvSpPr>
        <p:spPr>
          <a:xfrm>
            <a:off x="5784808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5" name="Espaço Reservado para Texto 19">
            <a:extLst>
              <a:ext uri="{FF2B5EF4-FFF2-40B4-BE49-F238E27FC236}">
                <a16:creationId xmlns:a16="http://schemas.microsoft.com/office/drawing/2014/main" id="{A3D49B74-0D75-D5DF-A03F-C80D2DBCFC52}"/>
              </a:ext>
            </a:extLst>
          </p:cNvPr>
          <p:cNvSpPr>
            <a:spLocks noGrp="1"/>
          </p:cNvSpPr>
          <p:nvPr>
            <p:ph type="body" sz="quarter" idx="502" hasCustomPrompt="1"/>
          </p:nvPr>
        </p:nvSpPr>
        <p:spPr>
          <a:xfrm>
            <a:off x="5366406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6" name="Espaço Reservado para Texto 19">
            <a:extLst>
              <a:ext uri="{FF2B5EF4-FFF2-40B4-BE49-F238E27FC236}">
                <a16:creationId xmlns:a16="http://schemas.microsoft.com/office/drawing/2014/main" id="{3C11DFEB-3652-2F36-194C-CA15ACD8A61F}"/>
              </a:ext>
            </a:extLst>
          </p:cNvPr>
          <p:cNvSpPr>
            <a:spLocks noGrp="1"/>
          </p:cNvSpPr>
          <p:nvPr>
            <p:ph type="body" sz="quarter" idx="503" hasCustomPrompt="1"/>
          </p:nvPr>
        </p:nvSpPr>
        <p:spPr>
          <a:xfrm>
            <a:off x="6844992" y="3683108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87" name="Espaço Reservado para Texto 19">
            <a:extLst>
              <a:ext uri="{FF2B5EF4-FFF2-40B4-BE49-F238E27FC236}">
                <a16:creationId xmlns:a16="http://schemas.microsoft.com/office/drawing/2014/main" id="{E9A3EBFF-B112-1DC5-7842-E21C9C86A63E}"/>
              </a:ext>
            </a:extLst>
          </p:cNvPr>
          <p:cNvSpPr>
            <a:spLocks noGrp="1"/>
          </p:cNvSpPr>
          <p:nvPr>
            <p:ph type="body" sz="quarter" idx="504" hasCustomPrompt="1"/>
          </p:nvPr>
        </p:nvSpPr>
        <p:spPr>
          <a:xfrm>
            <a:off x="5784808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8" name="Espaço Reservado para Texto 19">
            <a:extLst>
              <a:ext uri="{FF2B5EF4-FFF2-40B4-BE49-F238E27FC236}">
                <a16:creationId xmlns:a16="http://schemas.microsoft.com/office/drawing/2014/main" id="{110A1A8B-2C7E-8735-C500-3104A554C579}"/>
              </a:ext>
            </a:extLst>
          </p:cNvPr>
          <p:cNvSpPr>
            <a:spLocks noGrp="1"/>
          </p:cNvSpPr>
          <p:nvPr>
            <p:ph type="body" sz="quarter" idx="505" hasCustomPrompt="1"/>
          </p:nvPr>
        </p:nvSpPr>
        <p:spPr>
          <a:xfrm>
            <a:off x="5366406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9" name="Espaço Reservado para Texto 19">
            <a:extLst>
              <a:ext uri="{FF2B5EF4-FFF2-40B4-BE49-F238E27FC236}">
                <a16:creationId xmlns:a16="http://schemas.microsoft.com/office/drawing/2014/main" id="{1533B3FC-0D19-B617-52F9-CA1CB7EA6EB1}"/>
              </a:ext>
            </a:extLst>
          </p:cNvPr>
          <p:cNvSpPr>
            <a:spLocks noGrp="1"/>
          </p:cNvSpPr>
          <p:nvPr>
            <p:ph type="body" sz="quarter" idx="506" hasCustomPrompt="1"/>
          </p:nvPr>
        </p:nvSpPr>
        <p:spPr>
          <a:xfrm>
            <a:off x="6844992" y="4218909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90" name="Espaço Reservado para Texto 19">
            <a:extLst>
              <a:ext uri="{FF2B5EF4-FFF2-40B4-BE49-F238E27FC236}">
                <a16:creationId xmlns:a16="http://schemas.microsoft.com/office/drawing/2014/main" id="{5B61A220-217B-6E66-DD71-896E36587000}"/>
              </a:ext>
            </a:extLst>
          </p:cNvPr>
          <p:cNvSpPr>
            <a:spLocks noGrp="1"/>
          </p:cNvSpPr>
          <p:nvPr>
            <p:ph type="body" sz="quarter" idx="507" hasCustomPrompt="1"/>
          </p:nvPr>
        </p:nvSpPr>
        <p:spPr>
          <a:xfrm>
            <a:off x="5784808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1" name="Espaço Reservado para Texto 19">
            <a:extLst>
              <a:ext uri="{FF2B5EF4-FFF2-40B4-BE49-F238E27FC236}">
                <a16:creationId xmlns:a16="http://schemas.microsoft.com/office/drawing/2014/main" id="{D018879F-B082-EF27-3AF2-1F95E4452518}"/>
              </a:ext>
            </a:extLst>
          </p:cNvPr>
          <p:cNvSpPr>
            <a:spLocks noGrp="1"/>
          </p:cNvSpPr>
          <p:nvPr>
            <p:ph type="body" sz="quarter" idx="508" hasCustomPrompt="1"/>
          </p:nvPr>
        </p:nvSpPr>
        <p:spPr>
          <a:xfrm>
            <a:off x="5366406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2" name="Espaço Reservado para Texto 19">
            <a:extLst>
              <a:ext uri="{FF2B5EF4-FFF2-40B4-BE49-F238E27FC236}">
                <a16:creationId xmlns:a16="http://schemas.microsoft.com/office/drawing/2014/main" id="{243E213C-C19F-0949-46A4-2E996E83330C}"/>
              </a:ext>
            </a:extLst>
          </p:cNvPr>
          <p:cNvSpPr>
            <a:spLocks noGrp="1"/>
          </p:cNvSpPr>
          <p:nvPr>
            <p:ph type="body" sz="quarter" idx="509" hasCustomPrompt="1"/>
          </p:nvPr>
        </p:nvSpPr>
        <p:spPr>
          <a:xfrm>
            <a:off x="6844992" y="47547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93" name="Espaço Reservado para Texto 19">
            <a:extLst>
              <a:ext uri="{FF2B5EF4-FFF2-40B4-BE49-F238E27FC236}">
                <a16:creationId xmlns:a16="http://schemas.microsoft.com/office/drawing/2014/main" id="{9AA8EB18-98D1-CF47-73AD-8A14FA8998F5}"/>
              </a:ext>
            </a:extLst>
          </p:cNvPr>
          <p:cNvSpPr>
            <a:spLocks noGrp="1"/>
          </p:cNvSpPr>
          <p:nvPr>
            <p:ph type="body" sz="quarter" idx="510" hasCustomPrompt="1"/>
          </p:nvPr>
        </p:nvSpPr>
        <p:spPr>
          <a:xfrm>
            <a:off x="5784808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4" name="Espaço Reservado para Texto 19">
            <a:extLst>
              <a:ext uri="{FF2B5EF4-FFF2-40B4-BE49-F238E27FC236}">
                <a16:creationId xmlns:a16="http://schemas.microsoft.com/office/drawing/2014/main" id="{105A5AA8-CC5B-B095-3C82-03D259528F15}"/>
              </a:ext>
            </a:extLst>
          </p:cNvPr>
          <p:cNvSpPr>
            <a:spLocks noGrp="1"/>
          </p:cNvSpPr>
          <p:nvPr>
            <p:ph type="body" sz="quarter" idx="511" hasCustomPrompt="1"/>
          </p:nvPr>
        </p:nvSpPr>
        <p:spPr>
          <a:xfrm>
            <a:off x="5366406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5" name="Espaço Reservado para Texto 19">
            <a:extLst>
              <a:ext uri="{FF2B5EF4-FFF2-40B4-BE49-F238E27FC236}">
                <a16:creationId xmlns:a16="http://schemas.microsoft.com/office/drawing/2014/main" id="{BA4F7300-E357-0B86-AD68-63E8A452C912}"/>
              </a:ext>
            </a:extLst>
          </p:cNvPr>
          <p:cNvSpPr>
            <a:spLocks noGrp="1"/>
          </p:cNvSpPr>
          <p:nvPr>
            <p:ph type="body" sz="quarter" idx="512" hasCustomPrompt="1"/>
          </p:nvPr>
        </p:nvSpPr>
        <p:spPr>
          <a:xfrm>
            <a:off x="6844992" y="5290511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96" name="Espaço Reservado para Texto 19">
            <a:extLst>
              <a:ext uri="{FF2B5EF4-FFF2-40B4-BE49-F238E27FC236}">
                <a16:creationId xmlns:a16="http://schemas.microsoft.com/office/drawing/2014/main" id="{0A7A4322-45E8-2526-2354-DC3A03925762}"/>
              </a:ext>
            </a:extLst>
          </p:cNvPr>
          <p:cNvSpPr>
            <a:spLocks noGrp="1"/>
          </p:cNvSpPr>
          <p:nvPr>
            <p:ph type="body" sz="quarter" idx="513" hasCustomPrompt="1"/>
          </p:nvPr>
        </p:nvSpPr>
        <p:spPr>
          <a:xfrm>
            <a:off x="5784808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7" name="Espaço Reservado para Texto 19">
            <a:extLst>
              <a:ext uri="{FF2B5EF4-FFF2-40B4-BE49-F238E27FC236}">
                <a16:creationId xmlns:a16="http://schemas.microsoft.com/office/drawing/2014/main" id="{ED8075C7-E070-C1B1-F2AD-463E81358F8B}"/>
              </a:ext>
            </a:extLst>
          </p:cNvPr>
          <p:cNvSpPr>
            <a:spLocks noGrp="1"/>
          </p:cNvSpPr>
          <p:nvPr>
            <p:ph type="body" sz="quarter" idx="514" hasCustomPrompt="1"/>
          </p:nvPr>
        </p:nvSpPr>
        <p:spPr>
          <a:xfrm>
            <a:off x="5366406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8" name="Espaço Reservado para Texto 19">
            <a:extLst>
              <a:ext uri="{FF2B5EF4-FFF2-40B4-BE49-F238E27FC236}">
                <a16:creationId xmlns:a16="http://schemas.microsoft.com/office/drawing/2014/main" id="{CC3E8929-CE98-21A9-FE36-F0DBDC158AE9}"/>
              </a:ext>
            </a:extLst>
          </p:cNvPr>
          <p:cNvSpPr>
            <a:spLocks noGrp="1"/>
          </p:cNvSpPr>
          <p:nvPr>
            <p:ph type="body" sz="quarter" idx="515" hasCustomPrompt="1"/>
          </p:nvPr>
        </p:nvSpPr>
        <p:spPr>
          <a:xfrm>
            <a:off x="6844992" y="5826312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299" name="Espaço Reservado para Texto 19">
            <a:extLst>
              <a:ext uri="{FF2B5EF4-FFF2-40B4-BE49-F238E27FC236}">
                <a16:creationId xmlns:a16="http://schemas.microsoft.com/office/drawing/2014/main" id="{AE31146F-ED10-3CBC-A6F4-F670C1DF0A0C}"/>
              </a:ext>
            </a:extLst>
          </p:cNvPr>
          <p:cNvSpPr>
            <a:spLocks noGrp="1"/>
          </p:cNvSpPr>
          <p:nvPr>
            <p:ph type="body" sz="quarter" idx="516" hasCustomPrompt="1"/>
          </p:nvPr>
        </p:nvSpPr>
        <p:spPr>
          <a:xfrm>
            <a:off x="5784808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00" name="Espaço Reservado para Texto 19">
            <a:extLst>
              <a:ext uri="{FF2B5EF4-FFF2-40B4-BE49-F238E27FC236}">
                <a16:creationId xmlns:a16="http://schemas.microsoft.com/office/drawing/2014/main" id="{00E5B312-B723-84E0-059C-AB3A68B4987F}"/>
              </a:ext>
            </a:extLst>
          </p:cNvPr>
          <p:cNvSpPr>
            <a:spLocks noGrp="1"/>
          </p:cNvSpPr>
          <p:nvPr>
            <p:ph type="body" sz="quarter" idx="517" hasCustomPrompt="1"/>
          </p:nvPr>
        </p:nvSpPr>
        <p:spPr>
          <a:xfrm>
            <a:off x="5366406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01" name="Espaço Reservado para Texto 19">
            <a:extLst>
              <a:ext uri="{FF2B5EF4-FFF2-40B4-BE49-F238E27FC236}">
                <a16:creationId xmlns:a16="http://schemas.microsoft.com/office/drawing/2014/main" id="{D495D29B-F3EE-4AAB-C8DF-9B73BE93365E}"/>
              </a:ext>
            </a:extLst>
          </p:cNvPr>
          <p:cNvSpPr>
            <a:spLocks noGrp="1"/>
          </p:cNvSpPr>
          <p:nvPr>
            <p:ph type="body" sz="quarter" idx="518" hasCustomPrompt="1"/>
          </p:nvPr>
        </p:nvSpPr>
        <p:spPr>
          <a:xfrm>
            <a:off x="6844992" y="63621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02" name="Espaço Reservado para Texto 19">
            <a:extLst>
              <a:ext uri="{FF2B5EF4-FFF2-40B4-BE49-F238E27FC236}">
                <a16:creationId xmlns:a16="http://schemas.microsoft.com/office/drawing/2014/main" id="{23F90415-B4C5-335D-AAEA-17A466BE2C31}"/>
              </a:ext>
            </a:extLst>
          </p:cNvPr>
          <p:cNvSpPr>
            <a:spLocks noGrp="1"/>
          </p:cNvSpPr>
          <p:nvPr>
            <p:ph type="body" sz="quarter" idx="519" hasCustomPrompt="1"/>
          </p:nvPr>
        </p:nvSpPr>
        <p:spPr>
          <a:xfrm>
            <a:off x="5784808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03" name="Espaço Reservado para Texto 19">
            <a:extLst>
              <a:ext uri="{FF2B5EF4-FFF2-40B4-BE49-F238E27FC236}">
                <a16:creationId xmlns:a16="http://schemas.microsoft.com/office/drawing/2014/main" id="{89B24AA3-8308-24F3-7476-CA3E319F670D}"/>
              </a:ext>
            </a:extLst>
          </p:cNvPr>
          <p:cNvSpPr>
            <a:spLocks noGrp="1"/>
          </p:cNvSpPr>
          <p:nvPr>
            <p:ph type="body" sz="quarter" idx="520" hasCustomPrompt="1"/>
          </p:nvPr>
        </p:nvSpPr>
        <p:spPr>
          <a:xfrm>
            <a:off x="7500874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4" name="Espaço Reservado para Texto 19">
            <a:extLst>
              <a:ext uri="{FF2B5EF4-FFF2-40B4-BE49-F238E27FC236}">
                <a16:creationId xmlns:a16="http://schemas.microsoft.com/office/drawing/2014/main" id="{50493D8F-6267-1A88-04B8-B6C899FDA16B}"/>
              </a:ext>
            </a:extLst>
          </p:cNvPr>
          <p:cNvSpPr>
            <a:spLocks noGrp="1"/>
          </p:cNvSpPr>
          <p:nvPr>
            <p:ph type="body" sz="quarter" idx="521" hasCustomPrompt="1"/>
          </p:nvPr>
        </p:nvSpPr>
        <p:spPr>
          <a:xfrm>
            <a:off x="7500874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5" name="Espaço Reservado para Texto 19">
            <a:extLst>
              <a:ext uri="{FF2B5EF4-FFF2-40B4-BE49-F238E27FC236}">
                <a16:creationId xmlns:a16="http://schemas.microsoft.com/office/drawing/2014/main" id="{E6D8254C-9709-D0B3-D63E-68B1D9B3E620}"/>
              </a:ext>
            </a:extLst>
          </p:cNvPr>
          <p:cNvSpPr>
            <a:spLocks noGrp="1"/>
          </p:cNvSpPr>
          <p:nvPr>
            <p:ph type="body" sz="quarter" idx="522" hasCustomPrompt="1"/>
          </p:nvPr>
        </p:nvSpPr>
        <p:spPr>
          <a:xfrm>
            <a:off x="7500874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6" name="Espaço Reservado para Texto 19">
            <a:extLst>
              <a:ext uri="{FF2B5EF4-FFF2-40B4-BE49-F238E27FC236}">
                <a16:creationId xmlns:a16="http://schemas.microsoft.com/office/drawing/2014/main" id="{74B4B2ED-C7F1-116C-456F-DCB014CA78CC}"/>
              </a:ext>
            </a:extLst>
          </p:cNvPr>
          <p:cNvSpPr>
            <a:spLocks noGrp="1"/>
          </p:cNvSpPr>
          <p:nvPr>
            <p:ph type="body" sz="quarter" idx="523" hasCustomPrompt="1"/>
          </p:nvPr>
        </p:nvSpPr>
        <p:spPr>
          <a:xfrm>
            <a:off x="7500874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7" name="Espaço Reservado para Texto 19">
            <a:extLst>
              <a:ext uri="{FF2B5EF4-FFF2-40B4-BE49-F238E27FC236}">
                <a16:creationId xmlns:a16="http://schemas.microsoft.com/office/drawing/2014/main" id="{4597710B-01AE-AD45-5478-A21F47A3C03E}"/>
              </a:ext>
            </a:extLst>
          </p:cNvPr>
          <p:cNvSpPr>
            <a:spLocks noGrp="1"/>
          </p:cNvSpPr>
          <p:nvPr>
            <p:ph type="body" sz="quarter" idx="524" hasCustomPrompt="1"/>
          </p:nvPr>
        </p:nvSpPr>
        <p:spPr>
          <a:xfrm>
            <a:off x="7500874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8" name="Espaço Reservado para Texto 19">
            <a:extLst>
              <a:ext uri="{FF2B5EF4-FFF2-40B4-BE49-F238E27FC236}">
                <a16:creationId xmlns:a16="http://schemas.microsoft.com/office/drawing/2014/main" id="{07BD0147-0CBD-B474-1129-F36165DF0B59}"/>
              </a:ext>
            </a:extLst>
          </p:cNvPr>
          <p:cNvSpPr>
            <a:spLocks noGrp="1"/>
          </p:cNvSpPr>
          <p:nvPr>
            <p:ph type="body" sz="quarter" idx="525" hasCustomPrompt="1"/>
          </p:nvPr>
        </p:nvSpPr>
        <p:spPr>
          <a:xfrm>
            <a:off x="7500874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9" name="Espaço Reservado para Texto 19">
            <a:extLst>
              <a:ext uri="{FF2B5EF4-FFF2-40B4-BE49-F238E27FC236}">
                <a16:creationId xmlns:a16="http://schemas.microsoft.com/office/drawing/2014/main" id="{E02EB8C6-4346-533D-2394-ECED2D598CD0}"/>
              </a:ext>
            </a:extLst>
          </p:cNvPr>
          <p:cNvSpPr>
            <a:spLocks noGrp="1"/>
          </p:cNvSpPr>
          <p:nvPr>
            <p:ph type="body" sz="quarter" idx="526" hasCustomPrompt="1"/>
          </p:nvPr>
        </p:nvSpPr>
        <p:spPr>
          <a:xfrm>
            <a:off x="7500874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0" name="Espaço Reservado para Texto 19">
            <a:extLst>
              <a:ext uri="{FF2B5EF4-FFF2-40B4-BE49-F238E27FC236}">
                <a16:creationId xmlns:a16="http://schemas.microsoft.com/office/drawing/2014/main" id="{8725A38E-18CD-FF22-EC5E-514C5F2AE955}"/>
              </a:ext>
            </a:extLst>
          </p:cNvPr>
          <p:cNvSpPr>
            <a:spLocks noGrp="1"/>
          </p:cNvSpPr>
          <p:nvPr>
            <p:ph type="body" sz="quarter" idx="527" hasCustomPrompt="1"/>
          </p:nvPr>
        </p:nvSpPr>
        <p:spPr>
          <a:xfrm>
            <a:off x="7500874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1" name="Espaço Reservado para Texto 19">
            <a:extLst>
              <a:ext uri="{FF2B5EF4-FFF2-40B4-BE49-F238E27FC236}">
                <a16:creationId xmlns:a16="http://schemas.microsoft.com/office/drawing/2014/main" id="{46400704-CF1F-21EB-EC7B-10D0DE3CEAAE}"/>
              </a:ext>
            </a:extLst>
          </p:cNvPr>
          <p:cNvSpPr>
            <a:spLocks noGrp="1"/>
          </p:cNvSpPr>
          <p:nvPr>
            <p:ph type="body" sz="quarter" idx="528" hasCustomPrompt="1"/>
          </p:nvPr>
        </p:nvSpPr>
        <p:spPr>
          <a:xfrm>
            <a:off x="7500874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2" name="Espaço Reservado para Texto 19">
            <a:extLst>
              <a:ext uri="{FF2B5EF4-FFF2-40B4-BE49-F238E27FC236}">
                <a16:creationId xmlns:a16="http://schemas.microsoft.com/office/drawing/2014/main" id="{DCC2C535-DB35-D394-F6C7-F55FBCB3FBA1}"/>
              </a:ext>
            </a:extLst>
          </p:cNvPr>
          <p:cNvSpPr>
            <a:spLocks noGrp="1"/>
          </p:cNvSpPr>
          <p:nvPr>
            <p:ph type="body" sz="quarter" idx="529" hasCustomPrompt="1"/>
          </p:nvPr>
        </p:nvSpPr>
        <p:spPr>
          <a:xfrm>
            <a:off x="7500874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3" name="Espaço Reservado para Texto 19">
            <a:extLst>
              <a:ext uri="{FF2B5EF4-FFF2-40B4-BE49-F238E27FC236}">
                <a16:creationId xmlns:a16="http://schemas.microsoft.com/office/drawing/2014/main" id="{27627FCD-3153-D139-F2FC-23A3B638691A}"/>
              </a:ext>
            </a:extLst>
          </p:cNvPr>
          <p:cNvSpPr>
            <a:spLocks noGrp="1"/>
          </p:cNvSpPr>
          <p:nvPr>
            <p:ph type="body" sz="quarter" idx="530" hasCustomPrompt="1"/>
          </p:nvPr>
        </p:nvSpPr>
        <p:spPr>
          <a:xfrm>
            <a:off x="7523710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14" name="Espaço Reservado para Texto 19">
            <a:extLst>
              <a:ext uri="{FF2B5EF4-FFF2-40B4-BE49-F238E27FC236}">
                <a16:creationId xmlns:a16="http://schemas.microsoft.com/office/drawing/2014/main" id="{2840989A-5096-D5C7-AEB8-10C53D2A83F0}"/>
              </a:ext>
            </a:extLst>
          </p:cNvPr>
          <p:cNvSpPr>
            <a:spLocks noGrp="1"/>
          </p:cNvSpPr>
          <p:nvPr>
            <p:ph type="body" sz="quarter" idx="531" hasCustomPrompt="1"/>
          </p:nvPr>
        </p:nvSpPr>
        <p:spPr>
          <a:xfrm>
            <a:off x="9002296" y="1539904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15" name="Espaço Reservado para Texto 19">
            <a:extLst>
              <a:ext uri="{FF2B5EF4-FFF2-40B4-BE49-F238E27FC236}">
                <a16:creationId xmlns:a16="http://schemas.microsoft.com/office/drawing/2014/main" id="{F268AEA5-8347-7497-FA80-C3C9C84BE2C4}"/>
              </a:ext>
            </a:extLst>
          </p:cNvPr>
          <p:cNvSpPr>
            <a:spLocks noGrp="1"/>
          </p:cNvSpPr>
          <p:nvPr>
            <p:ph type="body" sz="quarter" idx="532" hasCustomPrompt="1"/>
          </p:nvPr>
        </p:nvSpPr>
        <p:spPr>
          <a:xfrm>
            <a:off x="7942112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16" name="Espaço Reservado para Texto 19">
            <a:extLst>
              <a:ext uri="{FF2B5EF4-FFF2-40B4-BE49-F238E27FC236}">
                <a16:creationId xmlns:a16="http://schemas.microsoft.com/office/drawing/2014/main" id="{8B78AC67-45AF-D2C1-6BF2-BDEE19FBAE29}"/>
              </a:ext>
            </a:extLst>
          </p:cNvPr>
          <p:cNvSpPr>
            <a:spLocks noGrp="1"/>
          </p:cNvSpPr>
          <p:nvPr>
            <p:ph type="body" sz="quarter" idx="533" hasCustomPrompt="1"/>
          </p:nvPr>
        </p:nvSpPr>
        <p:spPr>
          <a:xfrm>
            <a:off x="7523710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17" name="Espaço Reservado para Texto 19">
            <a:extLst>
              <a:ext uri="{FF2B5EF4-FFF2-40B4-BE49-F238E27FC236}">
                <a16:creationId xmlns:a16="http://schemas.microsoft.com/office/drawing/2014/main" id="{345F131F-CC60-1758-F85B-8FC858185D92}"/>
              </a:ext>
            </a:extLst>
          </p:cNvPr>
          <p:cNvSpPr>
            <a:spLocks noGrp="1"/>
          </p:cNvSpPr>
          <p:nvPr>
            <p:ph type="body" sz="quarter" idx="534" hasCustomPrompt="1"/>
          </p:nvPr>
        </p:nvSpPr>
        <p:spPr>
          <a:xfrm>
            <a:off x="9002296" y="2075705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18" name="Espaço Reservado para Texto 19">
            <a:extLst>
              <a:ext uri="{FF2B5EF4-FFF2-40B4-BE49-F238E27FC236}">
                <a16:creationId xmlns:a16="http://schemas.microsoft.com/office/drawing/2014/main" id="{5BF8FB0E-D8C9-8858-0B6F-449C9E0075FB}"/>
              </a:ext>
            </a:extLst>
          </p:cNvPr>
          <p:cNvSpPr>
            <a:spLocks noGrp="1"/>
          </p:cNvSpPr>
          <p:nvPr>
            <p:ph type="body" sz="quarter" idx="535" hasCustomPrompt="1"/>
          </p:nvPr>
        </p:nvSpPr>
        <p:spPr>
          <a:xfrm>
            <a:off x="7942112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19" name="Espaço Reservado para Texto 19">
            <a:extLst>
              <a:ext uri="{FF2B5EF4-FFF2-40B4-BE49-F238E27FC236}">
                <a16:creationId xmlns:a16="http://schemas.microsoft.com/office/drawing/2014/main" id="{27803F68-4B7F-24C1-34D0-A42B05CB73EF}"/>
              </a:ext>
            </a:extLst>
          </p:cNvPr>
          <p:cNvSpPr>
            <a:spLocks noGrp="1"/>
          </p:cNvSpPr>
          <p:nvPr>
            <p:ph type="body" sz="quarter" idx="536" hasCustomPrompt="1"/>
          </p:nvPr>
        </p:nvSpPr>
        <p:spPr>
          <a:xfrm>
            <a:off x="7523710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0" name="Espaço Reservado para Texto 19">
            <a:extLst>
              <a:ext uri="{FF2B5EF4-FFF2-40B4-BE49-F238E27FC236}">
                <a16:creationId xmlns:a16="http://schemas.microsoft.com/office/drawing/2014/main" id="{BA5225DF-9ECB-0791-8F24-375A9354FC95}"/>
              </a:ext>
            </a:extLst>
          </p:cNvPr>
          <p:cNvSpPr>
            <a:spLocks noGrp="1"/>
          </p:cNvSpPr>
          <p:nvPr>
            <p:ph type="body" sz="quarter" idx="537" hasCustomPrompt="1"/>
          </p:nvPr>
        </p:nvSpPr>
        <p:spPr>
          <a:xfrm>
            <a:off x="9002296" y="2611506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21" name="Espaço Reservado para Texto 19">
            <a:extLst>
              <a:ext uri="{FF2B5EF4-FFF2-40B4-BE49-F238E27FC236}">
                <a16:creationId xmlns:a16="http://schemas.microsoft.com/office/drawing/2014/main" id="{7614C1DC-327E-B991-BCF4-294D59B2E7E5}"/>
              </a:ext>
            </a:extLst>
          </p:cNvPr>
          <p:cNvSpPr>
            <a:spLocks noGrp="1"/>
          </p:cNvSpPr>
          <p:nvPr>
            <p:ph type="body" sz="quarter" idx="538" hasCustomPrompt="1"/>
          </p:nvPr>
        </p:nvSpPr>
        <p:spPr>
          <a:xfrm>
            <a:off x="7942112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2" name="Espaço Reservado para Texto 19">
            <a:extLst>
              <a:ext uri="{FF2B5EF4-FFF2-40B4-BE49-F238E27FC236}">
                <a16:creationId xmlns:a16="http://schemas.microsoft.com/office/drawing/2014/main" id="{12A7518F-F389-2472-99CA-BFABF90288E0}"/>
              </a:ext>
            </a:extLst>
          </p:cNvPr>
          <p:cNvSpPr>
            <a:spLocks noGrp="1"/>
          </p:cNvSpPr>
          <p:nvPr>
            <p:ph type="body" sz="quarter" idx="539" hasCustomPrompt="1"/>
          </p:nvPr>
        </p:nvSpPr>
        <p:spPr>
          <a:xfrm>
            <a:off x="7523710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3" name="Espaço Reservado para Texto 19">
            <a:extLst>
              <a:ext uri="{FF2B5EF4-FFF2-40B4-BE49-F238E27FC236}">
                <a16:creationId xmlns:a16="http://schemas.microsoft.com/office/drawing/2014/main" id="{A2F097D2-0822-0B49-38D3-30CD9C3AC4ED}"/>
              </a:ext>
            </a:extLst>
          </p:cNvPr>
          <p:cNvSpPr>
            <a:spLocks noGrp="1"/>
          </p:cNvSpPr>
          <p:nvPr>
            <p:ph type="body" sz="quarter" idx="540" hasCustomPrompt="1"/>
          </p:nvPr>
        </p:nvSpPr>
        <p:spPr>
          <a:xfrm>
            <a:off x="9002296" y="3147307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24" name="Espaço Reservado para Texto 19">
            <a:extLst>
              <a:ext uri="{FF2B5EF4-FFF2-40B4-BE49-F238E27FC236}">
                <a16:creationId xmlns:a16="http://schemas.microsoft.com/office/drawing/2014/main" id="{D445D6BE-F7A8-6F6B-D882-0D2C5591887D}"/>
              </a:ext>
            </a:extLst>
          </p:cNvPr>
          <p:cNvSpPr>
            <a:spLocks noGrp="1"/>
          </p:cNvSpPr>
          <p:nvPr>
            <p:ph type="body" sz="quarter" idx="541" hasCustomPrompt="1"/>
          </p:nvPr>
        </p:nvSpPr>
        <p:spPr>
          <a:xfrm>
            <a:off x="7942112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5" name="Espaço Reservado para Texto 19">
            <a:extLst>
              <a:ext uri="{FF2B5EF4-FFF2-40B4-BE49-F238E27FC236}">
                <a16:creationId xmlns:a16="http://schemas.microsoft.com/office/drawing/2014/main" id="{ED2DE4C8-0B6D-F8BB-A65E-24A6A5A169FF}"/>
              </a:ext>
            </a:extLst>
          </p:cNvPr>
          <p:cNvSpPr>
            <a:spLocks noGrp="1"/>
          </p:cNvSpPr>
          <p:nvPr>
            <p:ph type="body" sz="quarter" idx="542" hasCustomPrompt="1"/>
          </p:nvPr>
        </p:nvSpPr>
        <p:spPr>
          <a:xfrm>
            <a:off x="7523710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6" name="Espaço Reservado para Texto 19">
            <a:extLst>
              <a:ext uri="{FF2B5EF4-FFF2-40B4-BE49-F238E27FC236}">
                <a16:creationId xmlns:a16="http://schemas.microsoft.com/office/drawing/2014/main" id="{7F37862C-2E3D-DB1C-DDB0-EDE9CFA9EA5B}"/>
              </a:ext>
            </a:extLst>
          </p:cNvPr>
          <p:cNvSpPr>
            <a:spLocks noGrp="1"/>
          </p:cNvSpPr>
          <p:nvPr>
            <p:ph type="body" sz="quarter" idx="543" hasCustomPrompt="1"/>
          </p:nvPr>
        </p:nvSpPr>
        <p:spPr>
          <a:xfrm>
            <a:off x="9002296" y="3683108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27" name="Espaço Reservado para Texto 19">
            <a:extLst>
              <a:ext uri="{FF2B5EF4-FFF2-40B4-BE49-F238E27FC236}">
                <a16:creationId xmlns:a16="http://schemas.microsoft.com/office/drawing/2014/main" id="{594FC926-04ED-18D3-AB4E-27F69170C05B}"/>
              </a:ext>
            </a:extLst>
          </p:cNvPr>
          <p:cNvSpPr>
            <a:spLocks noGrp="1"/>
          </p:cNvSpPr>
          <p:nvPr>
            <p:ph type="body" sz="quarter" idx="544" hasCustomPrompt="1"/>
          </p:nvPr>
        </p:nvSpPr>
        <p:spPr>
          <a:xfrm>
            <a:off x="7942112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8" name="Espaço Reservado para Texto 19">
            <a:extLst>
              <a:ext uri="{FF2B5EF4-FFF2-40B4-BE49-F238E27FC236}">
                <a16:creationId xmlns:a16="http://schemas.microsoft.com/office/drawing/2014/main" id="{712335C5-F6B7-96DB-9579-853302D7E035}"/>
              </a:ext>
            </a:extLst>
          </p:cNvPr>
          <p:cNvSpPr>
            <a:spLocks noGrp="1"/>
          </p:cNvSpPr>
          <p:nvPr>
            <p:ph type="body" sz="quarter" idx="545" hasCustomPrompt="1"/>
          </p:nvPr>
        </p:nvSpPr>
        <p:spPr>
          <a:xfrm>
            <a:off x="7523710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9" name="Espaço Reservado para Texto 19">
            <a:extLst>
              <a:ext uri="{FF2B5EF4-FFF2-40B4-BE49-F238E27FC236}">
                <a16:creationId xmlns:a16="http://schemas.microsoft.com/office/drawing/2014/main" id="{4F4588C1-FD06-DFDB-8C07-1466CEAAE215}"/>
              </a:ext>
            </a:extLst>
          </p:cNvPr>
          <p:cNvSpPr>
            <a:spLocks noGrp="1"/>
          </p:cNvSpPr>
          <p:nvPr>
            <p:ph type="body" sz="quarter" idx="546" hasCustomPrompt="1"/>
          </p:nvPr>
        </p:nvSpPr>
        <p:spPr>
          <a:xfrm>
            <a:off x="9002296" y="4218909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30" name="Espaço Reservado para Texto 19">
            <a:extLst>
              <a:ext uri="{FF2B5EF4-FFF2-40B4-BE49-F238E27FC236}">
                <a16:creationId xmlns:a16="http://schemas.microsoft.com/office/drawing/2014/main" id="{BCCB14A7-4ED3-3F0F-ED8F-C3B2A52CD117}"/>
              </a:ext>
            </a:extLst>
          </p:cNvPr>
          <p:cNvSpPr>
            <a:spLocks noGrp="1"/>
          </p:cNvSpPr>
          <p:nvPr>
            <p:ph type="body" sz="quarter" idx="547" hasCustomPrompt="1"/>
          </p:nvPr>
        </p:nvSpPr>
        <p:spPr>
          <a:xfrm>
            <a:off x="7942112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1" name="Espaço Reservado para Texto 19">
            <a:extLst>
              <a:ext uri="{FF2B5EF4-FFF2-40B4-BE49-F238E27FC236}">
                <a16:creationId xmlns:a16="http://schemas.microsoft.com/office/drawing/2014/main" id="{E3FC9155-C6A6-F958-FF08-88C484243B29}"/>
              </a:ext>
            </a:extLst>
          </p:cNvPr>
          <p:cNvSpPr>
            <a:spLocks noGrp="1"/>
          </p:cNvSpPr>
          <p:nvPr>
            <p:ph type="body" sz="quarter" idx="548" hasCustomPrompt="1"/>
          </p:nvPr>
        </p:nvSpPr>
        <p:spPr>
          <a:xfrm>
            <a:off x="7523710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2" name="Espaço Reservado para Texto 19">
            <a:extLst>
              <a:ext uri="{FF2B5EF4-FFF2-40B4-BE49-F238E27FC236}">
                <a16:creationId xmlns:a16="http://schemas.microsoft.com/office/drawing/2014/main" id="{3E58B5B3-A620-A210-8589-CDE5726B1AFE}"/>
              </a:ext>
            </a:extLst>
          </p:cNvPr>
          <p:cNvSpPr>
            <a:spLocks noGrp="1"/>
          </p:cNvSpPr>
          <p:nvPr>
            <p:ph type="body" sz="quarter" idx="549" hasCustomPrompt="1"/>
          </p:nvPr>
        </p:nvSpPr>
        <p:spPr>
          <a:xfrm>
            <a:off x="9002296" y="47547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33" name="Espaço Reservado para Texto 19">
            <a:extLst>
              <a:ext uri="{FF2B5EF4-FFF2-40B4-BE49-F238E27FC236}">
                <a16:creationId xmlns:a16="http://schemas.microsoft.com/office/drawing/2014/main" id="{551E420E-7A88-3439-9A08-4B07C764478F}"/>
              </a:ext>
            </a:extLst>
          </p:cNvPr>
          <p:cNvSpPr>
            <a:spLocks noGrp="1"/>
          </p:cNvSpPr>
          <p:nvPr>
            <p:ph type="body" sz="quarter" idx="550" hasCustomPrompt="1"/>
          </p:nvPr>
        </p:nvSpPr>
        <p:spPr>
          <a:xfrm>
            <a:off x="7942112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4" name="Espaço Reservado para Texto 19">
            <a:extLst>
              <a:ext uri="{FF2B5EF4-FFF2-40B4-BE49-F238E27FC236}">
                <a16:creationId xmlns:a16="http://schemas.microsoft.com/office/drawing/2014/main" id="{8B0C5DAF-3ADF-2016-D481-8DB17066801E}"/>
              </a:ext>
            </a:extLst>
          </p:cNvPr>
          <p:cNvSpPr>
            <a:spLocks noGrp="1"/>
          </p:cNvSpPr>
          <p:nvPr>
            <p:ph type="body" sz="quarter" idx="551" hasCustomPrompt="1"/>
          </p:nvPr>
        </p:nvSpPr>
        <p:spPr>
          <a:xfrm>
            <a:off x="7523710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5" name="Espaço Reservado para Texto 19">
            <a:extLst>
              <a:ext uri="{FF2B5EF4-FFF2-40B4-BE49-F238E27FC236}">
                <a16:creationId xmlns:a16="http://schemas.microsoft.com/office/drawing/2014/main" id="{87B96EB2-65E8-DC37-D8AD-2177C69AD99B}"/>
              </a:ext>
            </a:extLst>
          </p:cNvPr>
          <p:cNvSpPr>
            <a:spLocks noGrp="1"/>
          </p:cNvSpPr>
          <p:nvPr>
            <p:ph type="body" sz="quarter" idx="552" hasCustomPrompt="1"/>
          </p:nvPr>
        </p:nvSpPr>
        <p:spPr>
          <a:xfrm>
            <a:off x="9002296" y="5290511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36" name="Espaço Reservado para Texto 19">
            <a:extLst>
              <a:ext uri="{FF2B5EF4-FFF2-40B4-BE49-F238E27FC236}">
                <a16:creationId xmlns:a16="http://schemas.microsoft.com/office/drawing/2014/main" id="{0DE54413-8D62-FEBA-7F96-4838D8633BCA}"/>
              </a:ext>
            </a:extLst>
          </p:cNvPr>
          <p:cNvSpPr>
            <a:spLocks noGrp="1"/>
          </p:cNvSpPr>
          <p:nvPr>
            <p:ph type="body" sz="quarter" idx="553" hasCustomPrompt="1"/>
          </p:nvPr>
        </p:nvSpPr>
        <p:spPr>
          <a:xfrm>
            <a:off x="7942112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7" name="Espaço Reservado para Texto 19">
            <a:extLst>
              <a:ext uri="{FF2B5EF4-FFF2-40B4-BE49-F238E27FC236}">
                <a16:creationId xmlns:a16="http://schemas.microsoft.com/office/drawing/2014/main" id="{26454D4C-BD06-AF25-1F00-546E5919DADD}"/>
              </a:ext>
            </a:extLst>
          </p:cNvPr>
          <p:cNvSpPr>
            <a:spLocks noGrp="1"/>
          </p:cNvSpPr>
          <p:nvPr>
            <p:ph type="body" sz="quarter" idx="554" hasCustomPrompt="1"/>
          </p:nvPr>
        </p:nvSpPr>
        <p:spPr>
          <a:xfrm>
            <a:off x="7523710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8" name="Espaço Reservado para Texto 19">
            <a:extLst>
              <a:ext uri="{FF2B5EF4-FFF2-40B4-BE49-F238E27FC236}">
                <a16:creationId xmlns:a16="http://schemas.microsoft.com/office/drawing/2014/main" id="{3D1D4C35-0357-464B-4645-EF511B47B7F1}"/>
              </a:ext>
            </a:extLst>
          </p:cNvPr>
          <p:cNvSpPr>
            <a:spLocks noGrp="1"/>
          </p:cNvSpPr>
          <p:nvPr>
            <p:ph type="body" sz="quarter" idx="555" hasCustomPrompt="1"/>
          </p:nvPr>
        </p:nvSpPr>
        <p:spPr>
          <a:xfrm>
            <a:off x="9002296" y="5826312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39" name="Espaço Reservado para Texto 19">
            <a:extLst>
              <a:ext uri="{FF2B5EF4-FFF2-40B4-BE49-F238E27FC236}">
                <a16:creationId xmlns:a16="http://schemas.microsoft.com/office/drawing/2014/main" id="{485C9144-505E-5F59-D456-05EED9F1797A}"/>
              </a:ext>
            </a:extLst>
          </p:cNvPr>
          <p:cNvSpPr>
            <a:spLocks noGrp="1"/>
          </p:cNvSpPr>
          <p:nvPr>
            <p:ph type="body" sz="quarter" idx="556" hasCustomPrompt="1"/>
          </p:nvPr>
        </p:nvSpPr>
        <p:spPr>
          <a:xfrm>
            <a:off x="7942112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40" name="Espaço Reservado para Texto 19">
            <a:extLst>
              <a:ext uri="{FF2B5EF4-FFF2-40B4-BE49-F238E27FC236}">
                <a16:creationId xmlns:a16="http://schemas.microsoft.com/office/drawing/2014/main" id="{622CBD66-D060-F684-C664-D6AF3BC4517D}"/>
              </a:ext>
            </a:extLst>
          </p:cNvPr>
          <p:cNvSpPr>
            <a:spLocks noGrp="1"/>
          </p:cNvSpPr>
          <p:nvPr>
            <p:ph type="body" sz="quarter" idx="557" hasCustomPrompt="1"/>
          </p:nvPr>
        </p:nvSpPr>
        <p:spPr>
          <a:xfrm>
            <a:off x="7523710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41" name="Espaço Reservado para Texto 19">
            <a:extLst>
              <a:ext uri="{FF2B5EF4-FFF2-40B4-BE49-F238E27FC236}">
                <a16:creationId xmlns:a16="http://schemas.microsoft.com/office/drawing/2014/main" id="{0E0D08FF-5CBF-2D71-8296-7E66AEE6FBA0}"/>
              </a:ext>
            </a:extLst>
          </p:cNvPr>
          <p:cNvSpPr>
            <a:spLocks noGrp="1"/>
          </p:cNvSpPr>
          <p:nvPr>
            <p:ph type="body" sz="quarter" idx="558" hasCustomPrompt="1"/>
          </p:nvPr>
        </p:nvSpPr>
        <p:spPr>
          <a:xfrm>
            <a:off x="9002296" y="63621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42" name="Espaço Reservado para Texto 19">
            <a:extLst>
              <a:ext uri="{FF2B5EF4-FFF2-40B4-BE49-F238E27FC236}">
                <a16:creationId xmlns:a16="http://schemas.microsoft.com/office/drawing/2014/main" id="{F8C1FCAC-DAF4-B130-02E6-A78DF7863BE5}"/>
              </a:ext>
            </a:extLst>
          </p:cNvPr>
          <p:cNvSpPr>
            <a:spLocks noGrp="1"/>
          </p:cNvSpPr>
          <p:nvPr>
            <p:ph type="body" sz="quarter" idx="559" hasCustomPrompt="1"/>
          </p:nvPr>
        </p:nvSpPr>
        <p:spPr>
          <a:xfrm>
            <a:off x="7942112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43" name="Espaço Reservado para Texto 19">
            <a:extLst>
              <a:ext uri="{FF2B5EF4-FFF2-40B4-BE49-F238E27FC236}">
                <a16:creationId xmlns:a16="http://schemas.microsoft.com/office/drawing/2014/main" id="{8B65B3B2-83B2-3776-4CAB-62050A2B6529}"/>
              </a:ext>
            </a:extLst>
          </p:cNvPr>
          <p:cNvSpPr>
            <a:spLocks noGrp="1"/>
          </p:cNvSpPr>
          <p:nvPr>
            <p:ph type="body" sz="quarter" idx="560" hasCustomPrompt="1"/>
          </p:nvPr>
        </p:nvSpPr>
        <p:spPr>
          <a:xfrm>
            <a:off x="9658178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4" name="Espaço Reservado para Texto 19">
            <a:extLst>
              <a:ext uri="{FF2B5EF4-FFF2-40B4-BE49-F238E27FC236}">
                <a16:creationId xmlns:a16="http://schemas.microsoft.com/office/drawing/2014/main" id="{A0DA23E4-234C-8B03-7464-A14FE711B29B}"/>
              </a:ext>
            </a:extLst>
          </p:cNvPr>
          <p:cNvSpPr>
            <a:spLocks noGrp="1"/>
          </p:cNvSpPr>
          <p:nvPr>
            <p:ph type="body" sz="quarter" idx="561" hasCustomPrompt="1"/>
          </p:nvPr>
        </p:nvSpPr>
        <p:spPr>
          <a:xfrm>
            <a:off x="9658178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5" name="Espaço Reservado para Texto 19">
            <a:extLst>
              <a:ext uri="{FF2B5EF4-FFF2-40B4-BE49-F238E27FC236}">
                <a16:creationId xmlns:a16="http://schemas.microsoft.com/office/drawing/2014/main" id="{9F352C34-471D-2780-2753-FBCF0CBE4851}"/>
              </a:ext>
            </a:extLst>
          </p:cNvPr>
          <p:cNvSpPr>
            <a:spLocks noGrp="1"/>
          </p:cNvSpPr>
          <p:nvPr>
            <p:ph type="body" sz="quarter" idx="562" hasCustomPrompt="1"/>
          </p:nvPr>
        </p:nvSpPr>
        <p:spPr>
          <a:xfrm>
            <a:off x="9658178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6" name="Espaço Reservado para Texto 19">
            <a:extLst>
              <a:ext uri="{FF2B5EF4-FFF2-40B4-BE49-F238E27FC236}">
                <a16:creationId xmlns:a16="http://schemas.microsoft.com/office/drawing/2014/main" id="{14E78B46-00F9-6425-16DE-2A9BE5E6BC1B}"/>
              </a:ext>
            </a:extLst>
          </p:cNvPr>
          <p:cNvSpPr>
            <a:spLocks noGrp="1"/>
          </p:cNvSpPr>
          <p:nvPr>
            <p:ph type="body" sz="quarter" idx="563" hasCustomPrompt="1"/>
          </p:nvPr>
        </p:nvSpPr>
        <p:spPr>
          <a:xfrm>
            <a:off x="9658178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7" name="Espaço Reservado para Texto 19">
            <a:extLst>
              <a:ext uri="{FF2B5EF4-FFF2-40B4-BE49-F238E27FC236}">
                <a16:creationId xmlns:a16="http://schemas.microsoft.com/office/drawing/2014/main" id="{8A9D30C3-678E-AE76-56D3-5C8BDFDC3005}"/>
              </a:ext>
            </a:extLst>
          </p:cNvPr>
          <p:cNvSpPr>
            <a:spLocks noGrp="1"/>
          </p:cNvSpPr>
          <p:nvPr>
            <p:ph type="body" sz="quarter" idx="564" hasCustomPrompt="1"/>
          </p:nvPr>
        </p:nvSpPr>
        <p:spPr>
          <a:xfrm>
            <a:off x="9658178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8" name="Espaço Reservado para Texto 19">
            <a:extLst>
              <a:ext uri="{FF2B5EF4-FFF2-40B4-BE49-F238E27FC236}">
                <a16:creationId xmlns:a16="http://schemas.microsoft.com/office/drawing/2014/main" id="{0CA5652B-0D18-AB24-FE7D-13CAC61902D2}"/>
              </a:ext>
            </a:extLst>
          </p:cNvPr>
          <p:cNvSpPr>
            <a:spLocks noGrp="1"/>
          </p:cNvSpPr>
          <p:nvPr>
            <p:ph type="body" sz="quarter" idx="565" hasCustomPrompt="1"/>
          </p:nvPr>
        </p:nvSpPr>
        <p:spPr>
          <a:xfrm>
            <a:off x="9658178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9" name="Espaço Reservado para Texto 19">
            <a:extLst>
              <a:ext uri="{FF2B5EF4-FFF2-40B4-BE49-F238E27FC236}">
                <a16:creationId xmlns:a16="http://schemas.microsoft.com/office/drawing/2014/main" id="{279CB54B-B085-78D6-0BB0-B4F67AC7157D}"/>
              </a:ext>
            </a:extLst>
          </p:cNvPr>
          <p:cNvSpPr>
            <a:spLocks noGrp="1"/>
          </p:cNvSpPr>
          <p:nvPr>
            <p:ph type="body" sz="quarter" idx="566" hasCustomPrompt="1"/>
          </p:nvPr>
        </p:nvSpPr>
        <p:spPr>
          <a:xfrm>
            <a:off x="9658178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0" name="Espaço Reservado para Texto 19">
            <a:extLst>
              <a:ext uri="{FF2B5EF4-FFF2-40B4-BE49-F238E27FC236}">
                <a16:creationId xmlns:a16="http://schemas.microsoft.com/office/drawing/2014/main" id="{E0D37DCB-2A8F-CC07-FDA4-EE246999D832}"/>
              </a:ext>
            </a:extLst>
          </p:cNvPr>
          <p:cNvSpPr>
            <a:spLocks noGrp="1"/>
          </p:cNvSpPr>
          <p:nvPr>
            <p:ph type="body" sz="quarter" idx="567" hasCustomPrompt="1"/>
          </p:nvPr>
        </p:nvSpPr>
        <p:spPr>
          <a:xfrm>
            <a:off x="9658178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1" name="Espaço Reservado para Texto 19">
            <a:extLst>
              <a:ext uri="{FF2B5EF4-FFF2-40B4-BE49-F238E27FC236}">
                <a16:creationId xmlns:a16="http://schemas.microsoft.com/office/drawing/2014/main" id="{FBDBEF26-B20C-234C-11AD-5766AC7BDA16}"/>
              </a:ext>
            </a:extLst>
          </p:cNvPr>
          <p:cNvSpPr>
            <a:spLocks noGrp="1"/>
          </p:cNvSpPr>
          <p:nvPr>
            <p:ph type="body" sz="quarter" idx="568" hasCustomPrompt="1"/>
          </p:nvPr>
        </p:nvSpPr>
        <p:spPr>
          <a:xfrm>
            <a:off x="9658178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2" name="Espaço Reservado para Texto 19">
            <a:extLst>
              <a:ext uri="{FF2B5EF4-FFF2-40B4-BE49-F238E27FC236}">
                <a16:creationId xmlns:a16="http://schemas.microsoft.com/office/drawing/2014/main" id="{FD1254B2-893D-9C68-589D-939DC408120C}"/>
              </a:ext>
            </a:extLst>
          </p:cNvPr>
          <p:cNvSpPr>
            <a:spLocks noGrp="1"/>
          </p:cNvSpPr>
          <p:nvPr>
            <p:ph type="body" sz="quarter" idx="569" hasCustomPrompt="1"/>
          </p:nvPr>
        </p:nvSpPr>
        <p:spPr>
          <a:xfrm>
            <a:off x="9658178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3" name="Espaço Reservado para Texto 19">
            <a:extLst>
              <a:ext uri="{FF2B5EF4-FFF2-40B4-BE49-F238E27FC236}">
                <a16:creationId xmlns:a16="http://schemas.microsoft.com/office/drawing/2014/main" id="{E583F39E-98AA-4387-1C0A-AFFFC37983D3}"/>
              </a:ext>
            </a:extLst>
          </p:cNvPr>
          <p:cNvSpPr>
            <a:spLocks noGrp="1"/>
          </p:cNvSpPr>
          <p:nvPr>
            <p:ph type="body" sz="quarter" idx="570" hasCustomPrompt="1"/>
          </p:nvPr>
        </p:nvSpPr>
        <p:spPr>
          <a:xfrm>
            <a:off x="9681014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54" name="Espaço Reservado para Texto 19">
            <a:extLst>
              <a:ext uri="{FF2B5EF4-FFF2-40B4-BE49-F238E27FC236}">
                <a16:creationId xmlns:a16="http://schemas.microsoft.com/office/drawing/2014/main" id="{845FA6A6-A1C2-3ABA-1663-5FADEDAF0499}"/>
              </a:ext>
            </a:extLst>
          </p:cNvPr>
          <p:cNvSpPr>
            <a:spLocks noGrp="1"/>
          </p:cNvSpPr>
          <p:nvPr>
            <p:ph type="body" sz="quarter" idx="571" hasCustomPrompt="1"/>
          </p:nvPr>
        </p:nvSpPr>
        <p:spPr>
          <a:xfrm>
            <a:off x="11159600" y="1539904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55" name="Espaço Reservado para Texto 19">
            <a:extLst>
              <a:ext uri="{FF2B5EF4-FFF2-40B4-BE49-F238E27FC236}">
                <a16:creationId xmlns:a16="http://schemas.microsoft.com/office/drawing/2014/main" id="{1721CC24-9844-ADF5-F555-F447CC3D9B9F}"/>
              </a:ext>
            </a:extLst>
          </p:cNvPr>
          <p:cNvSpPr>
            <a:spLocks noGrp="1"/>
          </p:cNvSpPr>
          <p:nvPr>
            <p:ph type="body" sz="quarter" idx="572" hasCustomPrompt="1"/>
          </p:nvPr>
        </p:nvSpPr>
        <p:spPr>
          <a:xfrm>
            <a:off x="10099416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56" name="Espaço Reservado para Texto 19">
            <a:extLst>
              <a:ext uri="{FF2B5EF4-FFF2-40B4-BE49-F238E27FC236}">
                <a16:creationId xmlns:a16="http://schemas.microsoft.com/office/drawing/2014/main" id="{603B2589-EFE3-7277-3C4F-4AD6C5F0CD19}"/>
              </a:ext>
            </a:extLst>
          </p:cNvPr>
          <p:cNvSpPr>
            <a:spLocks noGrp="1"/>
          </p:cNvSpPr>
          <p:nvPr>
            <p:ph type="body" sz="quarter" idx="573" hasCustomPrompt="1"/>
          </p:nvPr>
        </p:nvSpPr>
        <p:spPr>
          <a:xfrm>
            <a:off x="9681014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57" name="Espaço Reservado para Texto 19">
            <a:extLst>
              <a:ext uri="{FF2B5EF4-FFF2-40B4-BE49-F238E27FC236}">
                <a16:creationId xmlns:a16="http://schemas.microsoft.com/office/drawing/2014/main" id="{EA14C59B-DEDF-C300-E829-FA66A5DFDD2C}"/>
              </a:ext>
            </a:extLst>
          </p:cNvPr>
          <p:cNvSpPr>
            <a:spLocks noGrp="1"/>
          </p:cNvSpPr>
          <p:nvPr>
            <p:ph type="body" sz="quarter" idx="574" hasCustomPrompt="1"/>
          </p:nvPr>
        </p:nvSpPr>
        <p:spPr>
          <a:xfrm>
            <a:off x="11159600" y="2075705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58" name="Espaço Reservado para Texto 19">
            <a:extLst>
              <a:ext uri="{FF2B5EF4-FFF2-40B4-BE49-F238E27FC236}">
                <a16:creationId xmlns:a16="http://schemas.microsoft.com/office/drawing/2014/main" id="{A2E1CB48-D492-D6A3-BDBE-482176818FB6}"/>
              </a:ext>
            </a:extLst>
          </p:cNvPr>
          <p:cNvSpPr>
            <a:spLocks noGrp="1"/>
          </p:cNvSpPr>
          <p:nvPr>
            <p:ph type="body" sz="quarter" idx="575" hasCustomPrompt="1"/>
          </p:nvPr>
        </p:nvSpPr>
        <p:spPr>
          <a:xfrm>
            <a:off x="10099416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59" name="Espaço Reservado para Texto 19">
            <a:extLst>
              <a:ext uri="{FF2B5EF4-FFF2-40B4-BE49-F238E27FC236}">
                <a16:creationId xmlns:a16="http://schemas.microsoft.com/office/drawing/2014/main" id="{4A929CC5-64D6-774A-14C3-A88C8B8B790B}"/>
              </a:ext>
            </a:extLst>
          </p:cNvPr>
          <p:cNvSpPr>
            <a:spLocks noGrp="1"/>
          </p:cNvSpPr>
          <p:nvPr>
            <p:ph type="body" sz="quarter" idx="576" hasCustomPrompt="1"/>
          </p:nvPr>
        </p:nvSpPr>
        <p:spPr>
          <a:xfrm>
            <a:off x="9681014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0" name="Espaço Reservado para Texto 19">
            <a:extLst>
              <a:ext uri="{FF2B5EF4-FFF2-40B4-BE49-F238E27FC236}">
                <a16:creationId xmlns:a16="http://schemas.microsoft.com/office/drawing/2014/main" id="{12CD9CFB-D106-8200-9999-5D40CE1DEFEB}"/>
              </a:ext>
            </a:extLst>
          </p:cNvPr>
          <p:cNvSpPr>
            <a:spLocks noGrp="1"/>
          </p:cNvSpPr>
          <p:nvPr>
            <p:ph type="body" sz="quarter" idx="577" hasCustomPrompt="1"/>
          </p:nvPr>
        </p:nvSpPr>
        <p:spPr>
          <a:xfrm>
            <a:off x="11159600" y="2611506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61" name="Espaço Reservado para Texto 19">
            <a:extLst>
              <a:ext uri="{FF2B5EF4-FFF2-40B4-BE49-F238E27FC236}">
                <a16:creationId xmlns:a16="http://schemas.microsoft.com/office/drawing/2014/main" id="{2EAFC948-2DCE-F875-5624-121BEA8C4D8D}"/>
              </a:ext>
            </a:extLst>
          </p:cNvPr>
          <p:cNvSpPr>
            <a:spLocks noGrp="1"/>
          </p:cNvSpPr>
          <p:nvPr>
            <p:ph type="body" sz="quarter" idx="578" hasCustomPrompt="1"/>
          </p:nvPr>
        </p:nvSpPr>
        <p:spPr>
          <a:xfrm>
            <a:off x="10099416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2" name="Espaço Reservado para Texto 19">
            <a:extLst>
              <a:ext uri="{FF2B5EF4-FFF2-40B4-BE49-F238E27FC236}">
                <a16:creationId xmlns:a16="http://schemas.microsoft.com/office/drawing/2014/main" id="{C14ED912-1E22-AE6C-0C43-0F62B5EEF277}"/>
              </a:ext>
            </a:extLst>
          </p:cNvPr>
          <p:cNvSpPr>
            <a:spLocks noGrp="1"/>
          </p:cNvSpPr>
          <p:nvPr>
            <p:ph type="body" sz="quarter" idx="579" hasCustomPrompt="1"/>
          </p:nvPr>
        </p:nvSpPr>
        <p:spPr>
          <a:xfrm>
            <a:off x="9681014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3" name="Espaço Reservado para Texto 19">
            <a:extLst>
              <a:ext uri="{FF2B5EF4-FFF2-40B4-BE49-F238E27FC236}">
                <a16:creationId xmlns:a16="http://schemas.microsoft.com/office/drawing/2014/main" id="{59D02965-654A-F76C-991D-FAB91487801E}"/>
              </a:ext>
            </a:extLst>
          </p:cNvPr>
          <p:cNvSpPr>
            <a:spLocks noGrp="1"/>
          </p:cNvSpPr>
          <p:nvPr>
            <p:ph type="body" sz="quarter" idx="580" hasCustomPrompt="1"/>
          </p:nvPr>
        </p:nvSpPr>
        <p:spPr>
          <a:xfrm>
            <a:off x="11159600" y="3147307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64" name="Espaço Reservado para Texto 19">
            <a:extLst>
              <a:ext uri="{FF2B5EF4-FFF2-40B4-BE49-F238E27FC236}">
                <a16:creationId xmlns:a16="http://schemas.microsoft.com/office/drawing/2014/main" id="{9B2CD475-BB84-C9D1-F35E-0852F131B1EE}"/>
              </a:ext>
            </a:extLst>
          </p:cNvPr>
          <p:cNvSpPr>
            <a:spLocks noGrp="1"/>
          </p:cNvSpPr>
          <p:nvPr>
            <p:ph type="body" sz="quarter" idx="581" hasCustomPrompt="1"/>
          </p:nvPr>
        </p:nvSpPr>
        <p:spPr>
          <a:xfrm>
            <a:off x="10099416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5" name="Espaço Reservado para Texto 19">
            <a:extLst>
              <a:ext uri="{FF2B5EF4-FFF2-40B4-BE49-F238E27FC236}">
                <a16:creationId xmlns:a16="http://schemas.microsoft.com/office/drawing/2014/main" id="{7A2DAFAE-55D5-D1FA-A40A-D43B6F35551C}"/>
              </a:ext>
            </a:extLst>
          </p:cNvPr>
          <p:cNvSpPr>
            <a:spLocks noGrp="1"/>
          </p:cNvSpPr>
          <p:nvPr>
            <p:ph type="body" sz="quarter" idx="582" hasCustomPrompt="1"/>
          </p:nvPr>
        </p:nvSpPr>
        <p:spPr>
          <a:xfrm>
            <a:off x="9681014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6" name="Espaço Reservado para Texto 19">
            <a:extLst>
              <a:ext uri="{FF2B5EF4-FFF2-40B4-BE49-F238E27FC236}">
                <a16:creationId xmlns:a16="http://schemas.microsoft.com/office/drawing/2014/main" id="{CA2E65DE-B278-E418-106F-2386CA8673F2}"/>
              </a:ext>
            </a:extLst>
          </p:cNvPr>
          <p:cNvSpPr>
            <a:spLocks noGrp="1"/>
          </p:cNvSpPr>
          <p:nvPr>
            <p:ph type="body" sz="quarter" idx="583" hasCustomPrompt="1"/>
          </p:nvPr>
        </p:nvSpPr>
        <p:spPr>
          <a:xfrm>
            <a:off x="11159600" y="3683108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67" name="Espaço Reservado para Texto 19">
            <a:extLst>
              <a:ext uri="{FF2B5EF4-FFF2-40B4-BE49-F238E27FC236}">
                <a16:creationId xmlns:a16="http://schemas.microsoft.com/office/drawing/2014/main" id="{7F20DB2C-B40A-80A2-8D20-FA0B62E1C821}"/>
              </a:ext>
            </a:extLst>
          </p:cNvPr>
          <p:cNvSpPr>
            <a:spLocks noGrp="1"/>
          </p:cNvSpPr>
          <p:nvPr>
            <p:ph type="body" sz="quarter" idx="584" hasCustomPrompt="1"/>
          </p:nvPr>
        </p:nvSpPr>
        <p:spPr>
          <a:xfrm>
            <a:off x="10099416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8" name="Espaço Reservado para Texto 19">
            <a:extLst>
              <a:ext uri="{FF2B5EF4-FFF2-40B4-BE49-F238E27FC236}">
                <a16:creationId xmlns:a16="http://schemas.microsoft.com/office/drawing/2014/main" id="{C667B38D-41A4-7580-DA09-CAA37002F8AD}"/>
              </a:ext>
            </a:extLst>
          </p:cNvPr>
          <p:cNvSpPr>
            <a:spLocks noGrp="1"/>
          </p:cNvSpPr>
          <p:nvPr>
            <p:ph type="body" sz="quarter" idx="585" hasCustomPrompt="1"/>
          </p:nvPr>
        </p:nvSpPr>
        <p:spPr>
          <a:xfrm>
            <a:off x="9681014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9" name="Espaço Reservado para Texto 19">
            <a:extLst>
              <a:ext uri="{FF2B5EF4-FFF2-40B4-BE49-F238E27FC236}">
                <a16:creationId xmlns:a16="http://schemas.microsoft.com/office/drawing/2014/main" id="{9A74EC92-0DD5-6178-FE55-FF02DCCEEBAE}"/>
              </a:ext>
            </a:extLst>
          </p:cNvPr>
          <p:cNvSpPr>
            <a:spLocks noGrp="1"/>
          </p:cNvSpPr>
          <p:nvPr>
            <p:ph type="body" sz="quarter" idx="586" hasCustomPrompt="1"/>
          </p:nvPr>
        </p:nvSpPr>
        <p:spPr>
          <a:xfrm>
            <a:off x="11159600" y="4218909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70" name="Espaço Reservado para Texto 19">
            <a:extLst>
              <a:ext uri="{FF2B5EF4-FFF2-40B4-BE49-F238E27FC236}">
                <a16:creationId xmlns:a16="http://schemas.microsoft.com/office/drawing/2014/main" id="{DF31EC92-1867-2968-3246-1D6928823162}"/>
              </a:ext>
            </a:extLst>
          </p:cNvPr>
          <p:cNvSpPr>
            <a:spLocks noGrp="1"/>
          </p:cNvSpPr>
          <p:nvPr>
            <p:ph type="body" sz="quarter" idx="587" hasCustomPrompt="1"/>
          </p:nvPr>
        </p:nvSpPr>
        <p:spPr>
          <a:xfrm>
            <a:off x="10099416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1" name="Espaço Reservado para Texto 19">
            <a:extLst>
              <a:ext uri="{FF2B5EF4-FFF2-40B4-BE49-F238E27FC236}">
                <a16:creationId xmlns:a16="http://schemas.microsoft.com/office/drawing/2014/main" id="{0B48D8A3-616D-5115-888C-4A80831DDD22}"/>
              </a:ext>
            </a:extLst>
          </p:cNvPr>
          <p:cNvSpPr>
            <a:spLocks noGrp="1"/>
          </p:cNvSpPr>
          <p:nvPr>
            <p:ph type="body" sz="quarter" idx="588" hasCustomPrompt="1"/>
          </p:nvPr>
        </p:nvSpPr>
        <p:spPr>
          <a:xfrm>
            <a:off x="9681014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2" name="Espaço Reservado para Texto 19">
            <a:extLst>
              <a:ext uri="{FF2B5EF4-FFF2-40B4-BE49-F238E27FC236}">
                <a16:creationId xmlns:a16="http://schemas.microsoft.com/office/drawing/2014/main" id="{C411F2E0-3E5F-063C-C48D-F65B5AE3FF62}"/>
              </a:ext>
            </a:extLst>
          </p:cNvPr>
          <p:cNvSpPr>
            <a:spLocks noGrp="1"/>
          </p:cNvSpPr>
          <p:nvPr>
            <p:ph type="body" sz="quarter" idx="589" hasCustomPrompt="1"/>
          </p:nvPr>
        </p:nvSpPr>
        <p:spPr>
          <a:xfrm>
            <a:off x="11159600" y="47547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73" name="Espaço Reservado para Texto 19">
            <a:extLst>
              <a:ext uri="{FF2B5EF4-FFF2-40B4-BE49-F238E27FC236}">
                <a16:creationId xmlns:a16="http://schemas.microsoft.com/office/drawing/2014/main" id="{A290837C-3914-5D04-9E35-8C07D9974E5B}"/>
              </a:ext>
            </a:extLst>
          </p:cNvPr>
          <p:cNvSpPr>
            <a:spLocks noGrp="1"/>
          </p:cNvSpPr>
          <p:nvPr>
            <p:ph type="body" sz="quarter" idx="590" hasCustomPrompt="1"/>
          </p:nvPr>
        </p:nvSpPr>
        <p:spPr>
          <a:xfrm>
            <a:off x="10099416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4" name="Espaço Reservado para Texto 19">
            <a:extLst>
              <a:ext uri="{FF2B5EF4-FFF2-40B4-BE49-F238E27FC236}">
                <a16:creationId xmlns:a16="http://schemas.microsoft.com/office/drawing/2014/main" id="{279424D7-5420-35AD-F0AD-4EAB3E59E0E5}"/>
              </a:ext>
            </a:extLst>
          </p:cNvPr>
          <p:cNvSpPr>
            <a:spLocks noGrp="1"/>
          </p:cNvSpPr>
          <p:nvPr>
            <p:ph type="body" sz="quarter" idx="591" hasCustomPrompt="1"/>
          </p:nvPr>
        </p:nvSpPr>
        <p:spPr>
          <a:xfrm>
            <a:off x="9681014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5" name="Espaço Reservado para Texto 19">
            <a:extLst>
              <a:ext uri="{FF2B5EF4-FFF2-40B4-BE49-F238E27FC236}">
                <a16:creationId xmlns:a16="http://schemas.microsoft.com/office/drawing/2014/main" id="{3D0BF71C-5F25-C026-BEAB-157D91C7F895}"/>
              </a:ext>
            </a:extLst>
          </p:cNvPr>
          <p:cNvSpPr>
            <a:spLocks noGrp="1"/>
          </p:cNvSpPr>
          <p:nvPr>
            <p:ph type="body" sz="quarter" idx="592" hasCustomPrompt="1"/>
          </p:nvPr>
        </p:nvSpPr>
        <p:spPr>
          <a:xfrm>
            <a:off x="11159600" y="5290511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76" name="Espaço Reservado para Texto 19">
            <a:extLst>
              <a:ext uri="{FF2B5EF4-FFF2-40B4-BE49-F238E27FC236}">
                <a16:creationId xmlns:a16="http://schemas.microsoft.com/office/drawing/2014/main" id="{C64783E8-474F-9096-0D4D-0776F5F5C9FF}"/>
              </a:ext>
            </a:extLst>
          </p:cNvPr>
          <p:cNvSpPr>
            <a:spLocks noGrp="1"/>
          </p:cNvSpPr>
          <p:nvPr>
            <p:ph type="body" sz="quarter" idx="593" hasCustomPrompt="1"/>
          </p:nvPr>
        </p:nvSpPr>
        <p:spPr>
          <a:xfrm>
            <a:off x="10099416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7" name="Espaço Reservado para Texto 19">
            <a:extLst>
              <a:ext uri="{FF2B5EF4-FFF2-40B4-BE49-F238E27FC236}">
                <a16:creationId xmlns:a16="http://schemas.microsoft.com/office/drawing/2014/main" id="{2E8589B3-BBF0-12DB-1413-CFA6EEF1447A}"/>
              </a:ext>
            </a:extLst>
          </p:cNvPr>
          <p:cNvSpPr>
            <a:spLocks noGrp="1"/>
          </p:cNvSpPr>
          <p:nvPr>
            <p:ph type="body" sz="quarter" idx="594" hasCustomPrompt="1"/>
          </p:nvPr>
        </p:nvSpPr>
        <p:spPr>
          <a:xfrm>
            <a:off x="9681014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8" name="Espaço Reservado para Texto 19">
            <a:extLst>
              <a:ext uri="{FF2B5EF4-FFF2-40B4-BE49-F238E27FC236}">
                <a16:creationId xmlns:a16="http://schemas.microsoft.com/office/drawing/2014/main" id="{0AC4F719-4DA5-8C01-D778-97F61CAC6526}"/>
              </a:ext>
            </a:extLst>
          </p:cNvPr>
          <p:cNvSpPr>
            <a:spLocks noGrp="1"/>
          </p:cNvSpPr>
          <p:nvPr>
            <p:ph type="body" sz="quarter" idx="595" hasCustomPrompt="1"/>
          </p:nvPr>
        </p:nvSpPr>
        <p:spPr>
          <a:xfrm>
            <a:off x="11159600" y="5826312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79" name="Espaço Reservado para Texto 19">
            <a:extLst>
              <a:ext uri="{FF2B5EF4-FFF2-40B4-BE49-F238E27FC236}">
                <a16:creationId xmlns:a16="http://schemas.microsoft.com/office/drawing/2014/main" id="{C010C7B2-F6E4-1CC0-77D4-0EE9FB2FB5D0}"/>
              </a:ext>
            </a:extLst>
          </p:cNvPr>
          <p:cNvSpPr>
            <a:spLocks noGrp="1"/>
          </p:cNvSpPr>
          <p:nvPr>
            <p:ph type="body" sz="quarter" idx="596" hasCustomPrompt="1"/>
          </p:nvPr>
        </p:nvSpPr>
        <p:spPr>
          <a:xfrm>
            <a:off x="10099416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80" name="Espaço Reservado para Texto 19">
            <a:extLst>
              <a:ext uri="{FF2B5EF4-FFF2-40B4-BE49-F238E27FC236}">
                <a16:creationId xmlns:a16="http://schemas.microsoft.com/office/drawing/2014/main" id="{E222DA45-A1E0-B56C-47DA-C2CC232A1F6C}"/>
              </a:ext>
            </a:extLst>
          </p:cNvPr>
          <p:cNvSpPr>
            <a:spLocks noGrp="1"/>
          </p:cNvSpPr>
          <p:nvPr>
            <p:ph type="body" sz="quarter" idx="597" hasCustomPrompt="1"/>
          </p:nvPr>
        </p:nvSpPr>
        <p:spPr>
          <a:xfrm>
            <a:off x="9681014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81" name="Espaço Reservado para Texto 19">
            <a:extLst>
              <a:ext uri="{FF2B5EF4-FFF2-40B4-BE49-F238E27FC236}">
                <a16:creationId xmlns:a16="http://schemas.microsoft.com/office/drawing/2014/main" id="{85756C3E-8201-789E-E56A-F2C16CD25AA1}"/>
              </a:ext>
            </a:extLst>
          </p:cNvPr>
          <p:cNvSpPr>
            <a:spLocks noGrp="1"/>
          </p:cNvSpPr>
          <p:nvPr>
            <p:ph type="body" sz="quarter" idx="598" hasCustomPrompt="1"/>
          </p:nvPr>
        </p:nvSpPr>
        <p:spPr>
          <a:xfrm>
            <a:off x="11159600" y="6362110"/>
            <a:ext cx="400920" cy="2137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endParaRPr lang="pt-BR"/>
          </a:p>
        </p:txBody>
      </p:sp>
      <p:sp>
        <p:nvSpPr>
          <p:cNvPr id="382" name="Espaço Reservado para Texto 19">
            <a:extLst>
              <a:ext uri="{FF2B5EF4-FFF2-40B4-BE49-F238E27FC236}">
                <a16:creationId xmlns:a16="http://schemas.microsoft.com/office/drawing/2014/main" id="{C13ED601-F50A-5826-0C73-638ABF4011E8}"/>
              </a:ext>
            </a:extLst>
          </p:cNvPr>
          <p:cNvSpPr>
            <a:spLocks noGrp="1"/>
          </p:cNvSpPr>
          <p:nvPr>
            <p:ph type="body" sz="quarter" idx="599" hasCustomPrompt="1"/>
          </p:nvPr>
        </p:nvSpPr>
        <p:spPr>
          <a:xfrm>
            <a:off x="10099416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CAE79A11-4AF8-D6E7-B8D1-5D52136E4748}"/>
              </a:ext>
            </a:extLst>
          </p:cNvPr>
          <p:cNvSpPr>
            <a:spLocks noGrp="1"/>
          </p:cNvSpPr>
          <p:nvPr>
            <p:ph type="body" sz="quarter" idx="600" hasCustomPrompt="1"/>
          </p:nvPr>
        </p:nvSpPr>
        <p:spPr>
          <a:xfrm>
            <a:off x="10105374" y="35705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2" name="Espaço Reservado para Texto 19">
            <a:extLst>
              <a:ext uri="{FF2B5EF4-FFF2-40B4-BE49-F238E27FC236}">
                <a16:creationId xmlns:a16="http://schemas.microsoft.com/office/drawing/2014/main" id="{9214FDB1-702D-FD52-5F77-EDDB7EFF2FF0}"/>
              </a:ext>
            </a:extLst>
          </p:cNvPr>
          <p:cNvSpPr>
            <a:spLocks noGrp="1"/>
          </p:cNvSpPr>
          <p:nvPr>
            <p:ph type="body" sz="quarter" idx="601" hasCustomPrompt="1"/>
          </p:nvPr>
        </p:nvSpPr>
        <p:spPr>
          <a:xfrm>
            <a:off x="1024799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3" name="Espaço Reservado para Texto 19">
            <a:extLst>
              <a:ext uri="{FF2B5EF4-FFF2-40B4-BE49-F238E27FC236}">
                <a16:creationId xmlns:a16="http://schemas.microsoft.com/office/drawing/2014/main" id="{7D299A21-681F-E01E-F51F-B183FC8C44EE}"/>
              </a:ext>
            </a:extLst>
          </p:cNvPr>
          <p:cNvSpPr>
            <a:spLocks noGrp="1"/>
          </p:cNvSpPr>
          <p:nvPr>
            <p:ph type="body" sz="quarter" idx="602" hasCustomPrompt="1"/>
          </p:nvPr>
        </p:nvSpPr>
        <p:spPr>
          <a:xfrm>
            <a:off x="10522145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4" name="Espaço Reservado para Texto 19">
            <a:extLst>
              <a:ext uri="{FF2B5EF4-FFF2-40B4-BE49-F238E27FC236}">
                <a16:creationId xmlns:a16="http://schemas.microsoft.com/office/drawing/2014/main" id="{B62BDB95-0C73-F397-B9D5-6BA4509FD0F3}"/>
              </a:ext>
            </a:extLst>
          </p:cNvPr>
          <p:cNvSpPr>
            <a:spLocks noGrp="1"/>
          </p:cNvSpPr>
          <p:nvPr>
            <p:ph type="body" sz="quarter" idx="603" hasCustomPrompt="1"/>
          </p:nvPr>
        </p:nvSpPr>
        <p:spPr>
          <a:xfrm>
            <a:off x="10796296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5" name="Espaço Reservado para Texto 19">
            <a:extLst>
              <a:ext uri="{FF2B5EF4-FFF2-40B4-BE49-F238E27FC236}">
                <a16:creationId xmlns:a16="http://schemas.microsoft.com/office/drawing/2014/main" id="{B1FAD8B7-9819-6263-788B-87F21A256706}"/>
              </a:ext>
            </a:extLst>
          </p:cNvPr>
          <p:cNvSpPr>
            <a:spLocks noGrp="1"/>
          </p:cNvSpPr>
          <p:nvPr>
            <p:ph type="body" sz="quarter" idx="604" hasCustomPrompt="1"/>
          </p:nvPr>
        </p:nvSpPr>
        <p:spPr>
          <a:xfrm>
            <a:off x="1106488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6" name="Espaço Reservado para Texto 19">
            <a:extLst>
              <a:ext uri="{FF2B5EF4-FFF2-40B4-BE49-F238E27FC236}">
                <a16:creationId xmlns:a16="http://schemas.microsoft.com/office/drawing/2014/main" id="{630C9B4D-1D72-21F9-D8F6-42C2BFE28AD6}"/>
              </a:ext>
            </a:extLst>
          </p:cNvPr>
          <p:cNvSpPr>
            <a:spLocks noGrp="1"/>
          </p:cNvSpPr>
          <p:nvPr>
            <p:ph type="body" sz="quarter" idx="605" hasCustomPrompt="1"/>
          </p:nvPr>
        </p:nvSpPr>
        <p:spPr>
          <a:xfrm>
            <a:off x="11337259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7" name="Espaço Reservado para Texto 19">
            <a:extLst>
              <a:ext uri="{FF2B5EF4-FFF2-40B4-BE49-F238E27FC236}">
                <a16:creationId xmlns:a16="http://schemas.microsoft.com/office/drawing/2014/main" id="{D924FBC3-8CEF-A523-7978-3C0DA3C17107}"/>
              </a:ext>
            </a:extLst>
          </p:cNvPr>
          <p:cNvSpPr>
            <a:spLocks noGrp="1"/>
          </p:cNvSpPr>
          <p:nvPr>
            <p:ph type="body" sz="quarter" idx="606" hasCustomPrompt="1"/>
          </p:nvPr>
        </p:nvSpPr>
        <p:spPr>
          <a:xfrm>
            <a:off x="1024799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98" name="Espaço Reservado para Texto 19">
            <a:extLst>
              <a:ext uri="{FF2B5EF4-FFF2-40B4-BE49-F238E27FC236}">
                <a16:creationId xmlns:a16="http://schemas.microsoft.com/office/drawing/2014/main" id="{6DF0C4DB-9C0F-35B5-DFD3-22DED6C35226}"/>
              </a:ext>
            </a:extLst>
          </p:cNvPr>
          <p:cNvSpPr>
            <a:spLocks noGrp="1"/>
          </p:cNvSpPr>
          <p:nvPr>
            <p:ph type="body" sz="quarter" idx="607" hasCustomPrompt="1"/>
          </p:nvPr>
        </p:nvSpPr>
        <p:spPr>
          <a:xfrm>
            <a:off x="10522145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99" name="Espaço Reservado para Texto 19">
            <a:extLst>
              <a:ext uri="{FF2B5EF4-FFF2-40B4-BE49-F238E27FC236}">
                <a16:creationId xmlns:a16="http://schemas.microsoft.com/office/drawing/2014/main" id="{758348FF-7097-919E-D8E6-5B27139C44D5}"/>
              </a:ext>
            </a:extLst>
          </p:cNvPr>
          <p:cNvSpPr>
            <a:spLocks noGrp="1"/>
          </p:cNvSpPr>
          <p:nvPr>
            <p:ph type="body" sz="quarter" idx="608" hasCustomPrompt="1"/>
          </p:nvPr>
        </p:nvSpPr>
        <p:spPr>
          <a:xfrm>
            <a:off x="10796296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0" name="Espaço Reservado para Texto 19">
            <a:extLst>
              <a:ext uri="{FF2B5EF4-FFF2-40B4-BE49-F238E27FC236}">
                <a16:creationId xmlns:a16="http://schemas.microsoft.com/office/drawing/2014/main" id="{BBD9978A-4025-99DB-D64B-09AC8AF546A8}"/>
              </a:ext>
            </a:extLst>
          </p:cNvPr>
          <p:cNvSpPr>
            <a:spLocks noGrp="1"/>
          </p:cNvSpPr>
          <p:nvPr>
            <p:ph type="body" sz="quarter" idx="609" hasCustomPrompt="1"/>
          </p:nvPr>
        </p:nvSpPr>
        <p:spPr>
          <a:xfrm>
            <a:off x="1106488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1" name="Espaço Reservado para Texto 19">
            <a:extLst>
              <a:ext uri="{FF2B5EF4-FFF2-40B4-BE49-F238E27FC236}">
                <a16:creationId xmlns:a16="http://schemas.microsoft.com/office/drawing/2014/main" id="{E85E9B62-88CA-0152-4717-44D1916F2975}"/>
              </a:ext>
            </a:extLst>
          </p:cNvPr>
          <p:cNvSpPr>
            <a:spLocks noGrp="1"/>
          </p:cNvSpPr>
          <p:nvPr>
            <p:ph type="body" sz="quarter" idx="610" hasCustomPrompt="1"/>
          </p:nvPr>
        </p:nvSpPr>
        <p:spPr>
          <a:xfrm>
            <a:off x="11337259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2" name="Espaço Reservado para Texto 19">
            <a:extLst>
              <a:ext uri="{FF2B5EF4-FFF2-40B4-BE49-F238E27FC236}">
                <a16:creationId xmlns:a16="http://schemas.microsoft.com/office/drawing/2014/main" id="{4C368E40-9818-2599-D47F-631E96FDCE2C}"/>
              </a:ext>
            </a:extLst>
          </p:cNvPr>
          <p:cNvSpPr>
            <a:spLocks noGrp="1"/>
          </p:cNvSpPr>
          <p:nvPr>
            <p:ph type="body" sz="quarter" idx="611" hasCustomPrompt="1"/>
          </p:nvPr>
        </p:nvSpPr>
        <p:spPr>
          <a:xfrm>
            <a:off x="1024799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3" name="Espaço Reservado para Texto 19">
            <a:extLst>
              <a:ext uri="{FF2B5EF4-FFF2-40B4-BE49-F238E27FC236}">
                <a16:creationId xmlns:a16="http://schemas.microsoft.com/office/drawing/2014/main" id="{A973C46C-190A-41EC-E304-B325F2AED864}"/>
              </a:ext>
            </a:extLst>
          </p:cNvPr>
          <p:cNvSpPr>
            <a:spLocks noGrp="1"/>
          </p:cNvSpPr>
          <p:nvPr>
            <p:ph type="body" sz="quarter" idx="612" hasCustomPrompt="1"/>
          </p:nvPr>
        </p:nvSpPr>
        <p:spPr>
          <a:xfrm>
            <a:off x="10522145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4" name="Espaço Reservado para Texto 19">
            <a:extLst>
              <a:ext uri="{FF2B5EF4-FFF2-40B4-BE49-F238E27FC236}">
                <a16:creationId xmlns:a16="http://schemas.microsoft.com/office/drawing/2014/main" id="{CC32629D-D8B1-05CF-82F1-8FA8779C16F4}"/>
              </a:ext>
            </a:extLst>
          </p:cNvPr>
          <p:cNvSpPr>
            <a:spLocks noGrp="1"/>
          </p:cNvSpPr>
          <p:nvPr>
            <p:ph type="body" sz="quarter" idx="613" hasCustomPrompt="1"/>
          </p:nvPr>
        </p:nvSpPr>
        <p:spPr>
          <a:xfrm>
            <a:off x="10796296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5" name="Espaço Reservado para Texto 19">
            <a:extLst>
              <a:ext uri="{FF2B5EF4-FFF2-40B4-BE49-F238E27FC236}">
                <a16:creationId xmlns:a16="http://schemas.microsoft.com/office/drawing/2014/main" id="{29FA79EF-197D-2EE1-72E1-0E05CA5C64C9}"/>
              </a:ext>
            </a:extLst>
          </p:cNvPr>
          <p:cNvSpPr>
            <a:spLocks noGrp="1"/>
          </p:cNvSpPr>
          <p:nvPr>
            <p:ph type="body" sz="quarter" idx="614" hasCustomPrompt="1"/>
          </p:nvPr>
        </p:nvSpPr>
        <p:spPr>
          <a:xfrm>
            <a:off x="1106488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6" name="Espaço Reservado para Texto 19">
            <a:extLst>
              <a:ext uri="{FF2B5EF4-FFF2-40B4-BE49-F238E27FC236}">
                <a16:creationId xmlns:a16="http://schemas.microsoft.com/office/drawing/2014/main" id="{13985B48-8332-24B5-CAD2-B313C8119809}"/>
              </a:ext>
            </a:extLst>
          </p:cNvPr>
          <p:cNvSpPr>
            <a:spLocks noGrp="1"/>
          </p:cNvSpPr>
          <p:nvPr>
            <p:ph type="body" sz="quarter" idx="615" hasCustomPrompt="1"/>
          </p:nvPr>
        </p:nvSpPr>
        <p:spPr>
          <a:xfrm>
            <a:off x="11337259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7" name="Espaço Reservado para Texto 19">
            <a:extLst>
              <a:ext uri="{FF2B5EF4-FFF2-40B4-BE49-F238E27FC236}">
                <a16:creationId xmlns:a16="http://schemas.microsoft.com/office/drawing/2014/main" id="{1B2EE6D8-2963-E6CB-B8E2-6D3AC88FA3D1}"/>
              </a:ext>
            </a:extLst>
          </p:cNvPr>
          <p:cNvSpPr>
            <a:spLocks noGrp="1"/>
          </p:cNvSpPr>
          <p:nvPr>
            <p:ph type="body" sz="quarter" idx="616" hasCustomPrompt="1"/>
          </p:nvPr>
        </p:nvSpPr>
        <p:spPr>
          <a:xfrm>
            <a:off x="1024799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8" name="Espaço Reservado para Texto 19">
            <a:extLst>
              <a:ext uri="{FF2B5EF4-FFF2-40B4-BE49-F238E27FC236}">
                <a16:creationId xmlns:a16="http://schemas.microsoft.com/office/drawing/2014/main" id="{BA443489-40AC-B180-6AE8-7BA911C0D68A}"/>
              </a:ext>
            </a:extLst>
          </p:cNvPr>
          <p:cNvSpPr>
            <a:spLocks noGrp="1"/>
          </p:cNvSpPr>
          <p:nvPr>
            <p:ph type="body" sz="quarter" idx="617" hasCustomPrompt="1"/>
          </p:nvPr>
        </p:nvSpPr>
        <p:spPr>
          <a:xfrm>
            <a:off x="10522145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9" name="Espaço Reservado para Texto 19">
            <a:extLst>
              <a:ext uri="{FF2B5EF4-FFF2-40B4-BE49-F238E27FC236}">
                <a16:creationId xmlns:a16="http://schemas.microsoft.com/office/drawing/2014/main" id="{8167C3E9-2689-733D-FC73-09B7DD098D36}"/>
              </a:ext>
            </a:extLst>
          </p:cNvPr>
          <p:cNvSpPr>
            <a:spLocks noGrp="1"/>
          </p:cNvSpPr>
          <p:nvPr>
            <p:ph type="body" sz="quarter" idx="618" hasCustomPrompt="1"/>
          </p:nvPr>
        </p:nvSpPr>
        <p:spPr>
          <a:xfrm>
            <a:off x="10796296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0" name="Espaço Reservado para Texto 19">
            <a:extLst>
              <a:ext uri="{FF2B5EF4-FFF2-40B4-BE49-F238E27FC236}">
                <a16:creationId xmlns:a16="http://schemas.microsoft.com/office/drawing/2014/main" id="{7FB69099-80A4-3E09-BDE3-5445452D9F99}"/>
              </a:ext>
            </a:extLst>
          </p:cNvPr>
          <p:cNvSpPr>
            <a:spLocks noGrp="1"/>
          </p:cNvSpPr>
          <p:nvPr>
            <p:ph type="body" sz="quarter" idx="619" hasCustomPrompt="1"/>
          </p:nvPr>
        </p:nvSpPr>
        <p:spPr>
          <a:xfrm>
            <a:off x="1106488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1" name="Espaço Reservado para Texto 19">
            <a:extLst>
              <a:ext uri="{FF2B5EF4-FFF2-40B4-BE49-F238E27FC236}">
                <a16:creationId xmlns:a16="http://schemas.microsoft.com/office/drawing/2014/main" id="{21F74508-8AA1-5150-E4CC-77E72FBA1AC9}"/>
              </a:ext>
            </a:extLst>
          </p:cNvPr>
          <p:cNvSpPr>
            <a:spLocks noGrp="1"/>
          </p:cNvSpPr>
          <p:nvPr>
            <p:ph type="body" sz="quarter" idx="620" hasCustomPrompt="1"/>
          </p:nvPr>
        </p:nvSpPr>
        <p:spPr>
          <a:xfrm>
            <a:off x="11337259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2" name="Espaço Reservado para Texto 19">
            <a:extLst>
              <a:ext uri="{FF2B5EF4-FFF2-40B4-BE49-F238E27FC236}">
                <a16:creationId xmlns:a16="http://schemas.microsoft.com/office/drawing/2014/main" id="{45DDECB1-57A3-FB75-9FCE-50C93D961704}"/>
              </a:ext>
            </a:extLst>
          </p:cNvPr>
          <p:cNvSpPr>
            <a:spLocks noGrp="1"/>
          </p:cNvSpPr>
          <p:nvPr>
            <p:ph type="body" sz="quarter" idx="621" hasCustomPrompt="1"/>
          </p:nvPr>
        </p:nvSpPr>
        <p:spPr>
          <a:xfrm>
            <a:off x="1024799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3" name="Espaço Reservado para Texto 19">
            <a:extLst>
              <a:ext uri="{FF2B5EF4-FFF2-40B4-BE49-F238E27FC236}">
                <a16:creationId xmlns:a16="http://schemas.microsoft.com/office/drawing/2014/main" id="{BBCF8642-061B-52C7-160B-BF4D5C9A4BC4}"/>
              </a:ext>
            </a:extLst>
          </p:cNvPr>
          <p:cNvSpPr>
            <a:spLocks noGrp="1"/>
          </p:cNvSpPr>
          <p:nvPr>
            <p:ph type="body" sz="quarter" idx="622" hasCustomPrompt="1"/>
          </p:nvPr>
        </p:nvSpPr>
        <p:spPr>
          <a:xfrm>
            <a:off x="10522145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4" name="Espaço Reservado para Texto 19">
            <a:extLst>
              <a:ext uri="{FF2B5EF4-FFF2-40B4-BE49-F238E27FC236}">
                <a16:creationId xmlns:a16="http://schemas.microsoft.com/office/drawing/2014/main" id="{D7A31B09-D9CF-43AB-0168-62D0557319D1}"/>
              </a:ext>
            </a:extLst>
          </p:cNvPr>
          <p:cNvSpPr>
            <a:spLocks noGrp="1"/>
          </p:cNvSpPr>
          <p:nvPr>
            <p:ph type="body" sz="quarter" idx="623" hasCustomPrompt="1"/>
          </p:nvPr>
        </p:nvSpPr>
        <p:spPr>
          <a:xfrm>
            <a:off x="10796296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5" name="Espaço Reservado para Texto 19">
            <a:extLst>
              <a:ext uri="{FF2B5EF4-FFF2-40B4-BE49-F238E27FC236}">
                <a16:creationId xmlns:a16="http://schemas.microsoft.com/office/drawing/2014/main" id="{00E65FA9-A2DD-A9FA-3DDE-64B654F5637F}"/>
              </a:ext>
            </a:extLst>
          </p:cNvPr>
          <p:cNvSpPr>
            <a:spLocks noGrp="1"/>
          </p:cNvSpPr>
          <p:nvPr>
            <p:ph type="body" sz="quarter" idx="624" hasCustomPrompt="1"/>
          </p:nvPr>
        </p:nvSpPr>
        <p:spPr>
          <a:xfrm>
            <a:off x="1106488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6" name="Espaço Reservado para Texto 19">
            <a:extLst>
              <a:ext uri="{FF2B5EF4-FFF2-40B4-BE49-F238E27FC236}">
                <a16:creationId xmlns:a16="http://schemas.microsoft.com/office/drawing/2014/main" id="{7ED4DF98-1DDD-8BB5-B780-46AF34866B84}"/>
              </a:ext>
            </a:extLst>
          </p:cNvPr>
          <p:cNvSpPr>
            <a:spLocks noGrp="1"/>
          </p:cNvSpPr>
          <p:nvPr>
            <p:ph type="body" sz="quarter" idx="625" hasCustomPrompt="1"/>
          </p:nvPr>
        </p:nvSpPr>
        <p:spPr>
          <a:xfrm>
            <a:off x="11337259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7" name="Espaço Reservado para Texto 19">
            <a:extLst>
              <a:ext uri="{FF2B5EF4-FFF2-40B4-BE49-F238E27FC236}">
                <a16:creationId xmlns:a16="http://schemas.microsoft.com/office/drawing/2014/main" id="{B116AED9-1730-832E-ECFB-1D3A42286AB8}"/>
              </a:ext>
            </a:extLst>
          </p:cNvPr>
          <p:cNvSpPr>
            <a:spLocks noGrp="1"/>
          </p:cNvSpPr>
          <p:nvPr>
            <p:ph type="body" sz="quarter" idx="626" hasCustomPrompt="1"/>
          </p:nvPr>
        </p:nvSpPr>
        <p:spPr>
          <a:xfrm>
            <a:off x="1024799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8" name="Espaço Reservado para Texto 19">
            <a:extLst>
              <a:ext uri="{FF2B5EF4-FFF2-40B4-BE49-F238E27FC236}">
                <a16:creationId xmlns:a16="http://schemas.microsoft.com/office/drawing/2014/main" id="{15EA6F50-53E3-FC91-310C-DAAC630C4CAE}"/>
              </a:ext>
            </a:extLst>
          </p:cNvPr>
          <p:cNvSpPr>
            <a:spLocks noGrp="1"/>
          </p:cNvSpPr>
          <p:nvPr>
            <p:ph type="body" sz="quarter" idx="627" hasCustomPrompt="1"/>
          </p:nvPr>
        </p:nvSpPr>
        <p:spPr>
          <a:xfrm>
            <a:off x="10522145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9" name="Espaço Reservado para Texto 19">
            <a:extLst>
              <a:ext uri="{FF2B5EF4-FFF2-40B4-BE49-F238E27FC236}">
                <a16:creationId xmlns:a16="http://schemas.microsoft.com/office/drawing/2014/main" id="{2144444F-A458-4F90-56F7-07E113073F37}"/>
              </a:ext>
            </a:extLst>
          </p:cNvPr>
          <p:cNvSpPr>
            <a:spLocks noGrp="1"/>
          </p:cNvSpPr>
          <p:nvPr>
            <p:ph type="body" sz="quarter" idx="628" hasCustomPrompt="1"/>
          </p:nvPr>
        </p:nvSpPr>
        <p:spPr>
          <a:xfrm>
            <a:off x="10796296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0" name="Espaço Reservado para Texto 19">
            <a:extLst>
              <a:ext uri="{FF2B5EF4-FFF2-40B4-BE49-F238E27FC236}">
                <a16:creationId xmlns:a16="http://schemas.microsoft.com/office/drawing/2014/main" id="{6FAE58CD-7B08-6F21-8CE7-BE2888576EA0}"/>
              </a:ext>
            </a:extLst>
          </p:cNvPr>
          <p:cNvSpPr>
            <a:spLocks noGrp="1"/>
          </p:cNvSpPr>
          <p:nvPr>
            <p:ph type="body" sz="quarter" idx="629" hasCustomPrompt="1"/>
          </p:nvPr>
        </p:nvSpPr>
        <p:spPr>
          <a:xfrm>
            <a:off x="1106488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1" name="Espaço Reservado para Texto 19">
            <a:extLst>
              <a:ext uri="{FF2B5EF4-FFF2-40B4-BE49-F238E27FC236}">
                <a16:creationId xmlns:a16="http://schemas.microsoft.com/office/drawing/2014/main" id="{AE5EF857-EEFC-A9E4-D6AC-498212CEAD94}"/>
              </a:ext>
            </a:extLst>
          </p:cNvPr>
          <p:cNvSpPr>
            <a:spLocks noGrp="1"/>
          </p:cNvSpPr>
          <p:nvPr>
            <p:ph type="body" sz="quarter" idx="630" hasCustomPrompt="1"/>
          </p:nvPr>
        </p:nvSpPr>
        <p:spPr>
          <a:xfrm>
            <a:off x="11337259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2" name="Espaço Reservado para Texto 19">
            <a:extLst>
              <a:ext uri="{FF2B5EF4-FFF2-40B4-BE49-F238E27FC236}">
                <a16:creationId xmlns:a16="http://schemas.microsoft.com/office/drawing/2014/main" id="{AF97CAE3-A9A1-B246-40EB-EBE3A0DDF250}"/>
              </a:ext>
            </a:extLst>
          </p:cNvPr>
          <p:cNvSpPr>
            <a:spLocks noGrp="1"/>
          </p:cNvSpPr>
          <p:nvPr>
            <p:ph type="body" sz="quarter" idx="631" hasCustomPrompt="1"/>
          </p:nvPr>
        </p:nvSpPr>
        <p:spPr>
          <a:xfrm>
            <a:off x="10105374" y="488021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3" name="Espaço Reservado para Texto 19">
            <a:extLst>
              <a:ext uri="{FF2B5EF4-FFF2-40B4-BE49-F238E27FC236}">
                <a16:creationId xmlns:a16="http://schemas.microsoft.com/office/drawing/2014/main" id="{BCCC0C22-1038-C331-C43D-B6904676FE31}"/>
              </a:ext>
            </a:extLst>
          </p:cNvPr>
          <p:cNvSpPr>
            <a:spLocks noGrp="1"/>
          </p:cNvSpPr>
          <p:nvPr>
            <p:ph type="body" sz="quarter" idx="632" hasCustomPrompt="1"/>
          </p:nvPr>
        </p:nvSpPr>
        <p:spPr>
          <a:xfrm>
            <a:off x="10105374" y="61898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4" name="Espaço Reservado para Texto 19">
            <a:extLst>
              <a:ext uri="{FF2B5EF4-FFF2-40B4-BE49-F238E27FC236}">
                <a16:creationId xmlns:a16="http://schemas.microsoft.com/office/drawing/2014/main" id="{AA6C06A4-2918-EA5B-C02C-1B0FC58F1F58}"/>
              </a:ext>
            </a:extLst>
          </p:cNvPr>
          <p:cNvSpPr>
            <a:spLocks noGrp="1"/>
          </p:cNvSpPr>
          <p:nvPr>
            <p:ph type="body" sz="quarter" idx="633" hasCustomPrompt="1"/>
          </p:nvPr>
        </p:nvSpPr>
        <p:spPr>
          <a:xfrm>
            <a:off x="10105374" y="74996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5" name="Espaço Reservado para Texto 19">
            <a:extLst>
              <a:ext uri="{FF2B5EF4-FFF2-40B4-BE49-F238E27FC236}">
                <a16:creationId xmlns:a16="http://schemas.microsoft.com/office/drawing/2014/main" id="{31F57CB8-0F3C-F9A8-5B1B-93BC87BDEF8E}"/>
              </a:ext>
            </a:extLst>
          </p:cNvPr>
          <p:cNvSpPr>
            <a:spLocks noGrp="1"/>
          </p:cNvSpPr>
          <p:nvPr>
            <p:ph type="body" sz="quarter" idx="634" hasCustomPrompt="1"/>
          </p:nvPr>
        </p:nvSpPr>
        <p:spPr>
          <a:xfrm>
            <a:off x="10105374" y="88092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6" name="Espaço Reservado para Texto 19">
            <a:extLst>
              <a:ext uri="{FF2B5EF4-FFF2-40B4-BE49-F238E27FC236}">
                <a16:creationId xmlns:a16="http://schemas.microsoft.com/office/drawing/2014/main" id="{CBD81EFA-7E8F-A227-9657-5EEDB2DE9FB5}"/>
              </a:ext>
            </a:extLst>
          </p:cNvPr>
          <p:cNvSpPr>
            <a:spLocks noGrp="1"/>
          </p:cNvSpPr>
          <p:nvPr>
            <p:ph type="body" sz="quarter" idx="367" hasCustomPrompt="1"/>
          </p:nvPr>
        </p:nvSpPr>
        <p:spPr>
          <a:xfrm rot="16200000">
            <a:off x="9701741" y="616532"/>
            <a:ext cx="644013" cy="115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Mês</a:t>
            </a:r>
          </a:p>
        </p:txBody>
      </p:sp>
      <p:sp>
        <p:nvSpPr>
          <p:cNvPr id="202" name="Espaço Reservado para Texto 19">
            <a:extLst>
              <a:ext uri="{FF2B5EF4-FFF2-40B4-BE49-F238E27FC236}">
                <a16:creationId xmlns:a16="http://schemas.microsoft.com/office/drawing/2014/main" id="{27D0C550-959C-D61B-4F90-663F456EAEE9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9898" y="277831"/>
            <a:ext cx="615950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título</a:t>
            </a:r>
          </a:p>
        </p:txBody>
      </p:sp>
      <p:sp>
        <p:nvSpPr>
          <p:cNvPr id="203" name="Espaço Reservado para Texto 19">
            <a:extLst>
              <a:ext uri="{FF2B5EF4-FFF2-40B4-BE49-F238E27FC236}">
                <a16:creationId xmlns:a16="http://schemas.microsoft.com/office/drawing/2014/main" id="{AFDC5763-1692-B2B6-A6BB-E5D76FC0F72A}"/>
              </a:ext>
            </a:extLst>
          </p:cNvPr>
          <p:cNvSpPr>
            <a:spLocks noGrp="1"/>
          </p:cNvSpPr>
          <p:nvPr>
            <p:ph type="body" sz="quarter" idx="639" hasCustomPrompt="1"/>
          </p:nvPr>
        </p:nvSpPr>
        <p:spPr>
          <a:xfrm>
            <a:off x="469899" y="982047"/>
            <a:ext cx="9292125" cy="114778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204" name="Espaço Reservado para Texto 19">
            <a:extLst>
              <a:ext uri="{FF2B5EF4-FFF2-40B4-BE49-F238E27FC236}">
                <a16:creationId xmlns:a16="http://schemas.microsoft.com/office/drawing/2014/main" id="{D129A320-EED9-E76F-4F55-9A1D530D0150}"/>
              </a:ext>
            </a:extLst>
          </p:cNvPr>
          <p:cNvSpPr>
            <a:spLocks noGrp="1"/>
          </p:cNvSpPr>
          <p:nvPr>
            <p:ph type="body" sz="quarter" idx="640" hasCustomPrompt="1"/>
          </p:nvPr>
        </p:nvSpPr>
        <p:spPr>
          <a:xfrm>
            <a:off x="469899" y="982526"/>
            <a:ext cx="464425" cy="0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chemeClr val="accent5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5284DF60-64E1-F1DA-8A25-18B45952A7AD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920085" y="404371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48F247A1-6B3D-97A4-0D0A-416F8C9D822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920085" y="604604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7E08E3D1-11D2-4841-C98B-7DE806855108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8873366" y="404371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F3EDBB8F-D5BE-1EEF-2C68-5F50EDC6F4E1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873366" y="604604"/>
            <a:ext cx="888658" cy="153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</p:spTree>
    <p:extLst>
      <p:ext uri="{BB962C8B-B14F-4D97-AF65-F5344CB8AC3E}">
        <p14:creationId xmlns:p14="http://schemas.microsoft.com/office/powerpoint/2010/main" val="3906101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iária - Far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spaço Reservado para Texto 19">
            <a:extLst>
              <a:ext uri="{FF2B5EF4-FFF2-40B4-BE49-F238E27FC236}">
                <a16:creationId xmlns:a16="http://schemas.microsoft.com/office/drawing/2014/main" id="{3ACAD238-2E78-88E2-A08D-B8D384113BD8}"/>
              </a:ext>
            </a:extLst>
          </p:cNvPr>
          <p:cNvSpPr>
            <a:spLocks noGrp="1"/>
          </p:cNvSpPr>
          <p:nvPr>
            <p:ph type="body" sz="quarter" idx="330" hasCustomPrompt="1"/>
          </p:nvPr>
        </p:nvSpPr>
        <p:spPr>
          <a:xfrm>
            <a:off x="1107440" y="1176468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0" name="Espaço Reservado para Texto 19">
            <a:extLst>
              <a:ext uri="{FF2B5EF4-FFF2-40B4-BE49-F238E27FC236}">
                <a16:creationId xmlns:a16="http://schemas.microsoft.com/office/drawing/2014/main" id="{F89F6220-53E0-DE44-6DF0-0B9F3ECA8449}"/>
              </a:ext>
            </a:extLst>
          </p:cNvPr>
          <p:cNvSpPr>
            <a:spLocks noGrp="1"/>
          </p:cNvSpPr>
          <p:nvPr>
            <p:ph type="body" sz="quarter" idx="331" hasCustomPrompt="1"/>
          </p:nvPr>
        </p:nvSpPr>
        <p:spPr>
          <a:xfrm>
            <a:off x="1107440" y="1734367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1" name="Espaço Reservado para Texto 19">
            <a:extLst>
              <a:ext uri="{FF2B5EF4-FFF2-40B4-BE49-F238E27FC236}">
                <a16:creationId xmlns:a16="http://schemas.microsoft.com/office/drawing/2014/main" id="{A01653D3-3B2C-9BC1-8195-0ADD4A00066E}"/>
              </a:ext>
            </a:extLst>
          </p:cNvPr>
          <p:cNvSpPr>
            <a:spLocks noGrp="1"/>
          </p:cNvSpPr>
          <p:nvPr>
            <p:ph type="body" sz="quarter" idx="332" hasCustomPrompt="1"/>
          </p:nvPr>
        </p:nvSpPr>
        <p:spPr>
          <a:xfrm>
            <a:off x="1107440" y="2272150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2" name="Espaço Reservado para Texto 19">
            <a:extLst>
              <a:ext uri="{FF2B5EF4-FFF2-40B4-BE49-F238E27FC236}">
                <a16:creationId xmlns:a16="http://schemas.microsoft.com/office/drawing/2014/main" id="{550648EC-5FA6-55BE-7B69-A6FC30733F3E}"/>
              </a:ext>
            </a:extLst>
          </p:cNvPr>
          <p:cNvSpPr>
            <a:spLocks noGrp="1"/>
          </p:cNvSpPr>
          <p:nvPr>
            <p:ph type="body" sz="quarter" idx="333" hasCustomPrompt="1"/>
          </p:nvPr>
        </p:nvSpPr>
        <p:spPr>
          <a:xfrm>
            <a:off x="1107440" y="2837553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3" name="Espaço Reservado para Texto 19">
            <a:extLst>
              <a:ext uri="{FF2B5EF4-FFF2-40B4-BE49-F238E27FC236}">
                <a16:creationId xmlns:a16="http://schemas.microsoft.com/office/drawing/2014/main" id="{EA75E703-44B7-BB44-86E6-7898AF13A10B}"/>
              </a:ext>
            </a:extLst>
          </p:cNvPr>
          <p:cNvSpPr>
            <a:spLocks noGrp="1"/>
          </p:cNvSpPr>
          <p:nvPr>
            <p:ph type="body" sz="quarter" idx="334" hasCustomPrompt="1"/>
          </p:nvPr>
        </p:nvSpPr>
        <p:spPr>
          <a:xfrm>
            <a:off x="1107440" y="3402957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4" name="Espaço Reservado para Texto 19">
            <a:extLst>
              <a:ext uri="{FF2B5EF4-FFF2-40B4-BE49-F238E27FC236}">
                <a16:creationId xmlns:a16="http://schemas.microsoft.com/office/drawing/2014/main" id="{F4CD1EB1-23E5-98A1-F997-035341BE73ED}"/>
              </a:ext>
            </a:extLst>
          </p:cNvPr>
          <p:cNvSpPr>
            <a:spLocks noGrp="1"/>
          </p:cNvSpPr>
          <p:nvPr>
            <p:ph type="body" sz="quarter" idx="335" hasCustomPrompt="1"/>
          </p:nvPr>
        </p:nvSpPr>
        <p:spPr>
          <a:xfrm>
            <a:off x="1107440" y="3965963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5" name="Espaço Reservado para Texto 19">
            <a:extLst>
              <a:ext uri="{FF2B5EF4-FFF2-40B4-BE49-F238E27FC236}">
                <a16:creationId xmlns:a16="http://schemas.microsoft.com/office/drawing/2014/main" id="{CC2AAE8F-94C3-9A3F-611D-B6F45284F06F}"/>
              </a:ext>
            </a:extLst>
          </p:cNvPr>
          <p:cNvSpPr>
            <a:spLocks noGrp="1"/>
          </p:cNvSpPr>
          <p:nvPr>
            <p:ph type="body" sz="quarter" idx="336" hasCustomPrompt="1"/>
          </p:nvPr>
        </p:nvSpPr>
        <p:spPr>
          <a:xfrm>
            <a:off x="1107440" y="4523862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6" name="Espaço Reservado para Texto 19">
            <a:extLst>
              <a:ext uri="{FF2B5EF4-FFF2-40B4-BE49-F238E27FC236}">
                <a16:creationId xmlns:a16="http://schemas.microsoft.com/office/drawing/2014/main" id="{28F236DF-2370-1A4D-23E0-AD7B5CFFC7E5}"/>
              </a:ext>
            </a:extLst>
          </p:cNvPr>
          <p:cNvSpPr>
            <a:spLocks noGrp="1"/>
          </p:cNvSpPr>
          <p:nvPr>
            <p:ph type="body" sz="quarter" idx="337" hasCustomPrompt="1"/>
          </p:nvPr>
        </p:nvSpPr>
        <p:spPr>
          <a:xfrm>
            <a:off x="1107440" y="5081761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7" name="Espaço Reservado para Texto 19">
            <a:extLst>
              <a:ext uri="{FF2B5EF4-FFF2-40B4-BE49-F238E27FC236}">
                <a16:creationId xmlns:a16="http://schemas.microsoft.com/office/drawing/2014/main" id="{0CE1D2B4-0179-786F-84D3-382672EBE465}"/>
              </a:ext>
            </a:extLst>
          </p:cNvPr>
          <p:cNvSpPr>
            <a:spLocks noGrp="1"/>
          </p:cNvSpPr>
          <p:nvPr>
            <p:ph type="body" sz="quarter" idx="338" hasCustomPrompt="1"/>
          </p:nvPr>
        </p:nvSpPr>
        <p:spPr>
          <a:xfrm>
            <a:off x="1107440" y="5639660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8" name="Espaço Reservado para Texto 19">
            <a:extLst>
              <a:ext uri="{FF2B5EF4-FFF2-40B4-BE49-F238E27FC236}">
                <a16:creationId xmlns:a16="http://schemas.microsoft.com/office/drawing/2014/main" id="{83045536-9648-354C-A0F9-A0B6437BA72A}"/>
              </a:ext>
            </a:extLst>
          </p:cNvPr>
          <p:cNvSpPr>
            <a:spLocks noGrp="1"/>
          </p:cNvSpPr>
          <p:nvPr>
            <p:ph type="body" sz="quarter" idx="339" hasCustomPrompt="1"/>
          </p:nvPr>
        </p:nvSpPr>
        <p:spPr>
          <a:xfrm>
            <a:off x="1107440" y="6197558"/>
            <a:ext cx="6092257" cy="4208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115" name="Espaço Reservado para Texto 19">
            <a:extLst>
              <a:ext uri="{FF2B5EF4-FFF2-40B4-BE49-F238E27FC236}">
                <a16:creationId xmlns:a16="http://schemas.microsoft.com/office/drawing/2014/main" id="{CFF907E8-F3D2-27ED-C1C1-C79A736D0669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1157197" y="1267431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116" name="Espaço Reservado para Texto 19">
            <a:extLst>
              <a:ext uri="{FF2B5EF4-FFF2-40B4-BE49-F238E27FC236}">
                <a16:creationId xmlns:a16="http://schemas.microsoft.com/office/drawing/2014/main" id="{71501C7E-0D6D-B2AE-160E-6BD934C856C9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1898779" y="1267431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183" name="Espaço Reservado para Texto 19">
            <a:extLst>
              <a:ext uri="{FF2B5EF4-FFF2-40B4-BE49-F238E27FC236}">
                <a16:creationId xmlns:a16="http://schemas.microsoft.com/office/drawing/2014/main" id="{E32A5434-3113-886C-39C7-42D62CCD310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96970" y="1176468"/>
            <a:ext cx="4180541" cy="331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87" name="Espaço Reservado para Texto 8">
            <a:extLst>
              <a:ext uri="{FF2B5EF4-FFF2-40B4-BE49-F238E27FC236}">
                <a16:creationId xmlns:a16="http://schemas.microsoft.com/office/drawing/2014/main" id="{5EF7B47F-ED96-3F64-9261-B1C056A8D510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7408335" y="1687974"/>
            <a:ext cx="4180540" cy="4930413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6DB92129-83AF-97FB-F787-4E84E5673022}"/>
              </a:ext>
            </a:extLst>
          </p:cNvPr>
          <p:cNvSpPr/>
          <p:nvPr userDrawn="1"/>
        </p:nvSpPr>
        <p:spPr>
          <a:xfrm>
            <a:off x="469899" y="1217503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09:00</a:t>
            </a:r>
          </a:p>
        </p:txBody>
      </p: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65E4D172-1078-8FB8-914E-DD7FFF362072}"/>
              </a:ext>
            </a:extLst>
          </p:cNvPr>
          <p:cNvSpPr/>
          <p:nvPr userDrawn="1"/>
        </p:nvSpPr>
        <p:spPr>
          <a:xfrm>
            <a:off x="469899" y="1775402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10:00</a:t>
            </a:r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1B15B31E-3429-9A2A-6B54-81272FD84EF0}"/>
              </a:ext>
            </a:extLst>
          </p:cNvPr>
          <p:cNvSpPr/>
          <p:nvPr userDrawn="1"/>
        </p:nvSpPr>
        <p:spPr>
          <a:xfrm>
            <a:off x="469899" y="2313185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11:00</a:t>
            </a:r>
          </a:p>
        </p:txBody>
      </p:sp>
      <p:sp>
        <p:nvSpPr>
          <p:cNvPr id="138" name="Retângulo 137">
            <a:extLst>
              <a:ext uri="{FF2B5EF4-FFF2-40B4-BE49-F238E27FC236}">
                <a16:creationId xmlns:a16="http://schemas.microsoft.com/office/drawing/2014/main" id="{1191F564-24B6-A0F6-DF5E-700B1D0F85B6}"/>
              </a:ext>
            </a:extLst>
          </p:cNvPr>
          <p:cNvSpPr/>
          <p:nvPr userDrawn="1"/>
        </p:nvSpPr>
        <p:spPr>
          <a:xfrm>
            <a:off x="469899" y="2878588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12:00</a:t>
            </a:r>
          </a:p>
        </p:txBody>
      </p: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07E0F146-F8C3-D542-35AD-EDC2779B7C30}"/>
              </a:ext>
            </a:extLst>
          </p:cNvPr>
          <p:cNvSpPr/>
          <p:nvPr userDrawn="1"/>
        </p:nvSpPr>
        <p:spPr>
          <a:xfrm>
            <a:off x="469899" y="3443992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13:00</a:t>
            </a:r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4A940FDA-CA01-F830-92EB-B2D4FE8F05BD}"/>
              </a:ext>
            </a:extLst>
          </p:cNvPr>
          <p:cNvSpPr/>
          <p:nvPr userDrawn="1"/>
        </p:nvSpPr>
        <p:spPr>
          <a:xfrm>
            <a:off x="469899" y="4006998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14:00</a:t>
            </a:r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DFEAA965-D0DC-8F63-B6BB-40113D002314}"/>
              </a:ext>
            </a:extLst>
          </p:cNvPr>
          <p:cNvSpPr/>
          <p:nvPr userDrawn="1"/>
        </p:nvSpPr>
        <p:spPr>
          <a:xfrm>
            <a:off x="469899" y="4564897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15:00</a:t>
            </a:r>
          </a:p>
        </p:txBody>
      </p: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A93DDF8C-43ED-1E96-8F84-362E3C5461AF}"/>
              </a:ext>
            </a:extLst>
          </p:cNvPr>
          <p:cNvSpPr/>
          <p:nvPr userDrawn="1"/>
        </p:nvSpPr>
        <p:spPr>
          <a:xfrm>
            <a:off x="469899" y="5122796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16:00</a:t>
            </a:r>
          </a:p>
        </p:txBody>
      </p:sp>
      <p:sp>
        <p:nvSpPr>
          <p:cNvPr id="184" name="Retângulo 183">
            <a:extLst>
              <a:ext uri="{FF2B5EF4-FFF2-40B4-BE49-F238E27FC236}">
                <a16:creationId xmlns:a16="http://schemas.microsoft.com/office/drawing/2014/main" id="{118E9A56-268C-D39A-1372-5D0223571198}"/>
              </a:ext>
            </a:extLst>
          </p:cNvPr>
          <p:cNvSpPr/>
          <p:nvPr userDrawn="1"/>
        </p:nvSpPr>
        <p:spPr>
          <a:xfrm>
            <a:off x="469899" y="5680695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17:00</a:t>
            </a:r>
          </a:p>
        </p:txBody>
      </p:sp>
      <p:sp>
        <p:nvSpPr>
          <p:cNvPr id="199" name="Retângulo 198">
            <a:extLst>
              <a:ext uri="{FF2B5EF4-FFF2-40B4-BE49-F238E27FC236}">
                <a16:creationId xmlns:a16="http://schemas.microsoft.com/office/drawing/2014/main" id="{9A6FF482-CE3F-1589-E641-9B9315310612}"/>
              </a:ext>
            </a:extLst>
          </p:cNvPr>
          <p:cNvSpPr/>
          <p:nvPr userDrawn="1"/>
        </p:nvSpPr>
        <p:spPr>
          <a:xfrm>
            <a:off x="469899" y="6238593"/>
            <a:ext cx="63754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18:00</a:t>
            </a:r>
          </a:p>
        </p:txBody>
      </p:sp>
      <p:sp>
        <p:nvSpPr>
          <p:cNvPr id="231" name="Espaço Reservado para Texto 19">
            <a:extLst>
              <a:ext uri="{FF2B5EF4-FFF2-40B4-BE49-F238E27FC236}">
                <a16:creationId xmlns:a16="http://schemas.microsoft.com/office/drawing/2014/main" id="{5FBCCB71-F035-A8F3-0E1D-A2EEB199AB98}"/>
              </a:ext>
            </a:extLst>
          </p:cNvPr>
          <p:cNvSpPr>
            <a:spLocks noGrp="1"/>
          </p:cNvSpPr>
          <p:nvPr>
            <p:ph type="body" sz="quarter" idx="340" hasCustomPrompt="1"/>
          </p:nvPr>
        </p:nvSpPr>
        <p:spPr>
          <a:xfrm>
            <a:off x="1157197" y="1825330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2" name="Espaço Reservado para Texto 19">
            <a:extLst>
              <a:ext uri="{FF2B5EF4-FFF2-40B4-BE49-F238E27FC236}">
                <a16:creationId xmlns:a16="http://schemas.microsoft.com/office/drawing/2014/main" id="{3465D3BF-D72C-409C-CFA6-4F7C8EAF94E9}"/>
              </a:ext>
            </a:extLst>
          </p:cNvPr>
          <p:cNvSpPr>
            <a:spLocks noGrp="1"/>
          </p:cNvSpPr>
          <p:nvPr>
            <p:ph type="body" sz="quarter" idx="341" hasCustomPrompt="1"/>
          </p:nvPr>
        </p:nvSpPr>
        <p:spPr>
          <a:xfrm>
            <a:off x="1898779" y="1825330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4" name="Espaço Reservado para Texto 19">
            <a:extLst>
              <a:ext uri="{FF2B5EF4-FFF2-40B4-BE49-F238E27FC236}">
                <a16:creationId xmlns:a16="http://schemas.microsoft.com/office/drawing/2014/main" id="{8FF123F5-A030-7C34-B628-A17D41CA110B}"/>
              </a:ext>
            </a:extLst>
          </p:cNvPr>
          <p:cNvSpPr>
            <a:spLocks noGrp="1"/>
          </p:cNvSpPr>
          <p:nvPr>
            <p:ph type="body" sz="quarter" idx="343" hasCustomPrompt="1"/>
          </p:nvPr>
        </p:nvSpPr>
        <p:spPr>
          <a:xfrm>
            <a:off x="1157197" y="2363113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5" name="Espaço Reservado para Texto 19">
            <a:extLst>
              <a:ext uri="{FF2B5EF4-FFF2-40B4-BE49-F238E27FC236}">
                <a16:creationId xmlns:a16="http://schemas.microsoft.com/office/drawing/2014/main" id="{89102610-D3EC-D6FC-FE2C-4B0C3874E211}"/>
              </a:ext>
            </a:extLst>
          </p:cNvPr>
          <p:cNvSpPr>
            <a:spLocks noGrp="1"/>
          </p:cNvSpPr>
          <p:nvPr>
            <p:ph type="body" sz="quarter" idx="344" hasCustomPrompt="1"/>
          </p:nvPr>
        </p:nvSpPr>
        <p:spPr>
          <a:xfrm>
            <a:off x="1898779" y="2363113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7" name="Espaço Reservado para Texto 19">
            <a:extLst>
              <a:ext uri="{FF2B5EF4-FFF2-40B4-BE49-F238E27FC236}">
                <a16:creationId xmlns:a16="http://schemas.microsoft.com/office/drawing/2014/main" id="{34ABF9CA-5E48-2E80-1093-1D6AB96C90AB}"/>
              </a:ext>
            </a:extLst>
          </p:cNvPr>
          <p:cNvSpPr>
            <a:spLocks noGrp="1"/>
          </p:cNvSpPr>
          <p:nvPr>
            <p:ph type="body" sz="quarter" idx="346" hasCustomPrompt="1"/>
          </p:nvPr>
        </p:nvSpPr>
        <p:spPr>
          <a:xfrm>
            <a:off x="1157197" y="2928516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8" name="Espaço Reservado para Texto 19">
            <a:extLst>
              <a:ext uri="{FF2B5EF4-FFF2-40B4-BE49-F238E27FC236}">
                <a16:creationId xmlns:a16="http://schemas.microsoft.com/office/drawing/2014/main" id="{F8C8C0C0-94E4-FD12-B22F-BAA8F02ECE70}"/>
              </a:ext>
            </a:extLst>
          </p:cNvPr>
          <p:cNvSpPr>
            <a:spLocks noGrp="1"/>
          </p:cNvSpPr>
          <p:nvPr>
            <p:ph type="body" sz="quarter" idx="347" hasCustomPrompt="1"/>
          </p:nvPr>
        </p:nvSpPr>
        <p:spPr>
          <a:xfrm>
            <a:off x="1898779" y="2928516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0" name="Espaço Reservado para Texto 19">
            <a:extLst>
              <a:ext uri="{FF2B5EF4-FFF2-40B4-BE49-F238E27FC236}">
                <a16:creationId xmlns:a16="http://schemas.microsoft.com/office/drawing/2014/main" id="{953BF410-DEA9-F003-6F95-43D39BBA7933}"/>
              </a:ext>
            </a:extLst>
          </p:cNvPr>
          <p:cNvSpPr>
            <a:spLocks noGrp="1"/>
          </p:cNvSpPr>
          <p:nvPr>
            <p:ph type="body" sz="quarter" idx="349" hasCustomPrompt="1"/>
          </p:nvPr>
        </p:nvSpPr>
        <p:spPr>
          <a:xfrm>
            <a:off x="1157197" y="3493920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1" name="Espaço Reservado para Texto 19">
            <a:extLst>
              <a:ext uri="{FF2B5EF4-FFF2-40B4-BE49-F238E27FC236}">
                <a16:creationId xmlns:a16="http://schemas.microsoft.com/office/drawing/2014/main" id="{E6C56D0F-577A-F727-F117-5B8BF5BD8C10}"/>
              </a:ext>
            </a:extLst>
          </p:cNvPr>
          <p:cNvSpPr>
            <a:spLocks noGrp="1"/>
          </p:cNvSpPr>
          <p:nvPr>
            <p:ph type="body" sz="quarter" idx="350" hasCustomPrompt="1"/>
          </p:nvPr>
        </p:nvSpPr>
        <p:spPr>
          <a:xfrm>
            <a:off x="1898779" y="3493920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3" name="Espaço Reservado para Texto 19">
            <a:extLst>
              <a:ext uri="{FF2B5EF4-FFF2-40B4-BE49-F238E27FC236}">
                <a16:creationId xmlns:a16="http://schemas.microsoft.com/office/drawing/2014/main" id="{91BA9E16-F384-CEA0-8D23-5C44FAD28868}"/>
              </a:ext>
            </a:extLst>
          </p:cNvPr>
          <p:cNvSpPr>
            <a:spLocks noGrp="1"/>
          </p:cNvSpPr>
          <p:nvPr>
            <p:ph type="body" sz="quarter" idx="352" hasCustomPrompt="1"/>
          </p:nvPr>
        </p:nvSpPr>
        <p:spPr>
          <a:xfrm>
            <a:off x="1157197" y="4056926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4" name="Espaço Reservado para Texto 19">
            <a:extLst>
              <a:ext uri="{FF2B5EF4-FFF2-40B4-BE49-F238E27FC236}">
                <a16:creationId xmlns:a16="http://schemas.microsoft.com/office/drawing/2014/main" id="{72657A4D-944D-B3F1-466D-1DBC998D8F1C}"/>
              </a:ext>
            </a:extLst>
          </p:cNvPr>
          <p:cNvSpPr>
            <a:spLocks noGrp="1"/>
          </p:cNvSpPr>
          <p:nvPr>
            <p:ph type="body" sz="quarter" idx="353" hasCustomPrompt="1"/>
          </p:nvPr>
        </p:nvSpPr>
        <p:spPr>
          <a:xfrm>
            <a:off x="1898779" y="4056926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6" name="Espaço Reservado para Texto 19">
            <a:extLst>
              <a:ext uri="{FF2B5EF4-FFF2-40B4-BE49-F238E27FC236}">
                <a16:creationId xmlns:a16="http://schemas.microsoft.com/office/drawing/2014/main" id="{97CA4EB5-21F1-FB65-4F8F-60F538484AC6}"/>
              </a:ext>
            </a:extLst>
          </p:cNvPr>
          <p:cNvSpPr>
            <a:spLocks noGrp="1"/>
          </p:cNvSpPr>
          <p:nvPr>
            <p:ph type="body" sz="quarter" idx="355" hasCustomPrompt="1"/>
          </p:nvPr>
        </p:nvSpPr>
        <p:spPr>
          <a:xfrm>
            <a:off x="1157197" y="4614825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7" name="Espaço Reservado para Texto 19">
            <a:extLst>
              <a:ext uri="{FF2B5EF4-FFF2-40B4-BE49-F238E27FC236}">
                <a16:creationId xmlns:a16="http://schemas.microsoft.com/office/drawing/2014/main" id="{60613E5E-524A-F3E5-FC41-4BABF7A56EB7}"/>
              </a:ext>
            </a:extLst>
          </p:cNvPr>
          <p:cNvSpPr>
            <a:spLocks noGrp="1"/>
          </p:cNvSpPr>
          <p:nvPr>
            <p:ph type="body" sz="quarter" idx="356" hasCustomPrompt="1"/>
          </p:nvPr>
        </p:nvSpPr>
        <p:spPr>
          <a:xfrm>
            <a:off x="1898779" y="4614825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9" name="Espaço Reservado para Texto 19">
            <a:extLst>
              <a:ext uri="{FF2B5EF4-FFF2-40B4-BE49-F238E27FC236}">
                <a16:creationId xmlns:a16="http://schemas.microsoft.com/office/drawing/2014/main" id="{A4DF0F85-4AA4-879F-8CF5-8D61C7A74F5F}"/>
              </a:ext>
            </a:extLst>
          </p:cNvPr>
          <p:cNvSpPr>
            <a:spLocks noGrp="1"/>
          </p:cNvSpPr>
          <p:nvPr>
            <p:ph type="body" sz="quarter" idx="358" hasCustomPrompt="1"/>
          </p:nvPr>
        </p:nvSpPr>
        <p:spPr>
          <a:xfrm>
            <a:off x="1157197" y="5172724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0" name="Espaço Reservado para Texto 19">
            <a:extLst>
              <a:ext uri="{FF2B5EF4-FFF2-40B4-BE49-F238E27FC236}">
                <a16:creationId xmlns:a16="http://schemas.microsoft.com/office/drawing/2014/main" id="{68DCD88B-7735-6CD9-6B94-96CB8A52BBAE}"/>
              </a:ext>
            </a:extLst>
          </p:cNvPr>
          <p:cNvSpPr>
            <a:spLocks noGrp="1"/>
          </p:cNvSpPr>
          <p:nvPr>
            <p:ph type="body" sz="quarter" idx="359" hasCustomPrompt="1"/>
          </p:nvPr>
        </p:nvSpPr>
        <p:spPr>
          <a:xfrm>
            <a:off x="1898779" y="5172724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2" name="Espaço Reservado para Texto 19">
            <a:extLst>
              <a:ext uri="{FF2B5EF4-FFF2-40B4-BE49-F238E27FC236}">
                <a16:creationId xmlns:a16="http://schemas.microsoft.com/office/drawing/2014/main" id="{A6AD81D0-B74B-9BFA-44DF-89A851934997}"/>
              </a:ext>
            </a:extLst>
          </p:cNvPr>
          <p:cNvSpPr>
            <a:spLocks noGrp="1"/>
          </p:cNvSpPr>
          <p:nvPr>
            <p:ph type="body" sz="quarter" idx="361" hasCustomPrompt="1"/>
          </p:nvPr>
        </p:nvSpPr>
        <p:spPr>
          <a:xfrm>
            <a:off x="1157197" y="5730623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3" name="Espaço Reservado para Texto 19">
            <a:extLst>
              <a:ext uri="{FF2B5EF4-FFF2-40B4-BE49-F238E27FC236}">
                <a16:creationId xmlns:a16="http://schemas.microsoft.com/office/drawing/2014/main" id="{3C33F411-61D3-CCD6-BA1C-E20960DA6A05}"/>
              </a:ext>
            </a:extLst>
          </p:cNvPr>
          <p:cNvSpPr>
            <a:spLocks noGrp="1"/>
          </p:cNvSpPr>
          <p:nvPr>
            <p:ph type="body" sz="quarter" idx="362" hasCustomPrompt="1"/>
          </p:nvPr>
        </p:nvSpPr>
        <p:spPr>
          <a:xfrm>
            <a:off x="1898779" y="5730623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5" name="Espaço Reservado para Texto 19">
            <a:extLst>
              <a:ext uri="{FF2B5EF4-FFF2-40B4-BE49-F238E27FC236}">
                <a16:creationId xmlns:a16="http://schemas.microsoft.com/office/drawing/2014/main" id="{84E59485-A8A9-C222-5332-2C78D2A8B57F}"/>
              </a:ext>
            </a:extLst>
          </p:cNvPr>
          <p:cNvSpPr>
            <a:spLocks noGrp="1"/>
          </p:cNvSpPr>
          <p:nvPr>
            <p:ph type="body" sz="quarter" idx="364" hasCustomPrompt="1"/>
          </p:nvPr>
        </p:nvSpPr>
        <p:spPr>
          <a:xfrm>
            <a:off x="1157197" y="6288521"/>
            <a:ext cx="668052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6" name="Espaço Reservado para Texto 19">
            <a:extLst>
              <a:ext uri="{FF2B5EF4-FFF2-40B4-BE49-F238E27FC236}">
                <a16:creationId xmlns:a16="http://schemas.microsoft.com/office/drawing/2014/main" id="{6B69DA56-59D2-A56C-A068-85E9F6B9918F}"/>
              </a:ext>
            </a:extLst>
          </p:cNvPr>
          <p:cNvSpPr>
            <a:spLocks noGrp="1"/>
          </p:cNvSpPr>
          <p:nvPr>
            <p:ph type="body" sz="quarter" idx="365" hasCustomPrompt="1"/>
          </p:nvPr>
        </p:nvSpPr>
        <p:spPr>
          <a:xfrm>
            <a:off x="1898779" y="6288521"/>
            <a:ext cx="4346268" cy="238902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pt-BR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107" name="Espaço Reservado para Texto 19">
            <a:extLst>
              <a:ext uri="{FF2B5EF4-FFF2-40B4-BE49-F238E27FC236}">
                <a16:creationId xmlns:a16="http://schemas.microsoft.com/office/drawing/2014/main" id="{CA9623BF-60B3-DCEF-96D1-59080B0D4611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10105374" y="35705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09" name="Espaço Reservado para Texto 19">
            <a:extLst>
              <a:ext uri="{FF2B5EF4-FFF2-40B4-BE49-F238E27FC236}">
                <a16:creationId xmlns:a16="http://schemas.microsoft.com/office/drawing/2014/main" id="{991EF151-58BB-1DA6-279A-00CBF360AFD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24799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0" name="Espaço Reservado para Texto 19">
            <a:extLst>
              <a:ext uri="{FF2B5EF4-FFF2-40B4-BE49-F238E27FC236}">
                <a16:creationId xmlns:a16="http://schemas.microsoft.com/office/drawing/2014/main" id="{DCAB1701-10F1-1D69-5C95-52D4FC7A219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0522145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1" name="Espaço Reservado para Texto 19">
            <a:extLst>
              <a:ext uri="{FF2B5EF4-FFF2-40B4-BE49-F238E27FC236}">
                <a16:creationId xmlns:a16="http://schemas.microsoft.com/office/drawing/2014/main" id="{600D7BAA-5219-4BFF-268B-636C7547A51C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0796296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2" name="Espaço Reservado para Texto 19">
            <a:extLst>
              <a:ext uri="{FF2B5EF4-FFF2-40B4-BE49-F238E27FC236}">
                <a16:creationId xmlns:a16="http://schemas.microsoft.com/office/drawing/2014/main" id="{43509FB2-B4D1-9545-7CC4-BB8CAAC09AC3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106488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3" name="Espaço Reservado para Texto 19">
            <a:extLst>
              <a:ext uri="{FF2B5EF4-FFF2-40B4-BE49-F238E27FC236}">
                <a16:creationId xmlns:a16="http://schemas.microsoft.com/office/drawing/2014/main" id="{D1E96B37-7004-B540-F070-FDA37F858C4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1337259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14" name="Espaço Reservado para Texto 19">
            <a:extLst>
              <a:ext uri="{FF2B5EF4-FFF2-40B4-BE49-F238E27FC236}">
                <a16:creationId xmlns:a16="http://schemas.microsoft.com/office/drawing/2014/main" id="{7DCC9A75-B4E3-431E-A136-A0740477217B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024799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7" name="Espaço Reservado para Texto 19">
            <a:extLst>
              <a:ext uri="{FF2B5EF4-FFF2-40B4-BE49-F238E27FC236}">
                <a16:creationId xmlns:a16="http://schemas.microsoft.com/office/drawing/2014/main" id="{0C822AC5-E3EA-2279-BDED-18DD02D532F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10522145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8" name="Espaço Reservado para Texto 19">
            <a:extLst>
              <a:ext uri="{FF2B5EF4-FFF2-40B4-BE49-F238E27FC236}">
                <a16:creationId xmlns:a16="http://schemas.microsoft.com/office/drawing/2014/main" id="{02E6D0CA-26E0-0205-B9FB-969EB8ACF12F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0796296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0" name="Espaço Reservado para Texto 19">
            <a:extLst>
              <a:ext uri="{FF2B5EF4-FFF2-40B4-BE49-F238E27FC236}">
                <a16:creationId xmlns:a16="http://schemas.microsoft.com/office/drawing/2014/main" id="{E4E33DE2-7A1F-650E-0CA5-7866DDD05D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106488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1" name="Espaço Reservado para Texto 19">
            <a:extLst>
              <a:ext uri="{FF2B5EF4-FFF2-40B4-BE49-F238E27FC236}">
                <a16:creationId xmlns:a16="http://schemas.microsoft.com/office/drawing/2014/main" id="{AA1EE9B7-B469-E065-B991-9C3249A7C402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337259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3" name="Espaço Reservado para Texto 19">
            <a:extLst>
              <a:ext uri="{FF2B5EF4-FFF2-40B4-BE49-F238E27FC236}">
                <a16:creationId xmlns:a16="http://schemas.microsoft.com/office/drawing/2014/main" id="{E5957C36-BC27-0CD2-7FFB-26BBE358B2B1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1024799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4" name="Espaço Reservado para Texto 19">
            <a:extLst>
              <a:ext uri="{FF2B5EF4-FFF2-40B4-BE49-F238E27FC236}">
                <a16:creationId xmlns:a16="http://schemas.microsoft.com/office/drawing/2014/main" id="{5509AFF2-9508-723B-4933-523BF03435BB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522145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5" name="Espaço Reservado para Texto 19">
            <a:extLst>
              <a:ext uri="{FF2B5EF4-FFF2-40B4-BE49-F238E27FC236}">
                <a16:creationId xmlns:a16="http://schemas.microsoft.com/office/drawing/2014/main" id="{9153F019-6D7F-6866-CFF3-A5C29068577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0796296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6" name="Espaço Reservado para Texto 19">
            <a:extLst>
              <a:ext uri="{FF2B5EF4-FFF2-40B4-BE49-F238E27FC236}">
                <a16:creationId xmlns:a16="http://schemas.microsoft.com/office/drawing/2014/main" id="{DB761275-4E8F-972A-2639-397E77C817C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106488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7" name="Espaço Reservado para Texto 19">
            <a:extLst>
              <a:ext uri="{FF2B5EF4-FFF2-40B4-BE49-F238E27FC236}">
                <a16:creationId xmlns:a16="http://schemas.microsoft.com/office/drawing/2014/main" id="{BC10DA0D-E00D-660A-693C-41ACCDB1824D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11337259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8" name="Espaço Reservado para Texto 19">
            <a:extLst>
              <a:ext uri="{FF2B5EF4-FFF2-40B4-BE49-F238E27FC236}">
                <a16:creationId xmlns:a16="http://schemas.microsoft.com/office/drawing/2014/main" id="{CEC815FA-4A57-A6B4-84CF-1A1A4B676106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024799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9" name="Espaço Reservado para Texto 19">
            <a:extLst>
              <a:ext uri="{FF2B5EF4-FFF2-40B4-BE49-F238E27FC236}">
                <a16:creationId xmlns:a16="http://schemas.microsoft.com/office/drawing/2014/main" id="{90904315-4910-BA47-8BFA-FE6DCEEA5035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0522145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0" name="Espaço Reservado para Texto 19">
            <a:extLst>
              <a:ext uri="{FF2B5EF4-FFF2-40B4-BE49-F238E27FC236}">
                <a16:creationId xmlns:a16="http://schemas.microsoft.com/office/drawing/2014/main" id="{9212CEA1-C1CA-35FD-2282-87130934D804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0796296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1" name="Espaço Reservado para Texto 19">
            <a:extLst>
              <a:ext uri="{FF2B5EF4-FFF2-40B4-BE49-F238E27FC236}">
                <a16:creationId xmlns:a16="http://schemas.microsoft.com/office/drawing/2014/main" id="{ACD7A8C7-9178-9A30-93B3-E6CBE4190D5F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106488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2" name="Espaço Reservado para Texto 19">
            <a:extLst>
              <a:ext uri="{FF2B5EF4-FFF2-40B4-BE49-F238E27FC236}">
                <a16:creationId xmlns:a16="http://schemas.microsoft.com/office/drawing/2014/main" id="{E1E43F76-20A9-4606-2662-39782A8DDDBC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1337259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3" name="Espaço Reservado para Texto 19">
            <a:extLst>
              <a:ext uri="{FF2B5EF4-FFF2-40B4-BE49-F238E27FC236}">
                <a16:creationId xmlns:a16="http://schemas.microsoft.com/office/drawing/2014/main" id="{EEB23888-5291-890A-A465-49A1913610F9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024799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4" name="Espaço Reservado para Texto 19">
            <a:extLst>
              <a:ext uri="{FF2B5EF4-FFF2-40B4-BE49-F238E27FC236}">
                <a16:creationId xmlns:a16="http://schemas.microsoft.com/office/drawing/2014/main" id="{EB878AC6-80FB-72AE-2961-4D280AA1C09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0522145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35" name="Espaço Reservado para Texto 19">
            <a:extLst>
              <a:ext uri="{FF2B5EF4-FFF2-40B4-BE49-F238E27FC236}">
                <a16:creationId xmlns:a16="http://schemas.microsoft.com/office/drawing/2014/main" id="{0C39D99D-F646-E0C5-4E65-4972F9AA346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0796296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3" name="Espaço Reservado para Texto 19">
            <a:extLst>
              <a:ext uri="{FF2B5EF4-FFF2-40B4-BE49-F238E27FC236}">
                <a16:creationId xmlns:a16="http://schemas.microsoft.com/office/drawing/2014/main" id="{165D04BC-7B1E-F281-6BD8-FB778B0A25C1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106488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4" name="Espaço Reservado para Texto 19">
            <a:extLst>
              <a:ext uri="{FF2B5EF4-FFF2-40B4-BE49-F238E27FC236}">
                <a16:creationId xmlns:a16="http://schemas.microsoft.com/office/drawing/2014/main" id="{9F7092A3-01D7-D38A-DD51-0D1B36E8506B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1337259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5" name="Espaço Reservado para Texto 19">
            <a:extLst>
              <a:ext uri="{FF2B5EF4-FFF2-40B4-BE49-F238E27FC236}">
                <a16:creationId xmlns:a16="http://schemas.microsoft.com/office/drawing/2014/main" id="{1D249B1B-63C0-7104-AF14-7370247212F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024799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6" name="Espaço Reservado para Texto 19">
            <a:extLst>
              <a:ext uri="{FF2B5EF4-FFF2-40B4-BE49-F238E27FC236}">
                <a16:creationId xmlns:a16="http://schemas.microsoft.com/office/drawing/2014/main" id="{D6BD7A7B-2083-5C88-2CC5-B44AF742165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0522145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7" name="Espaço Reservado para Texto 19">
            <a:extLst>
              <a:ext uri="{FF2B5EF4-FFF2-40B4-BE49-F238E27FC236}">
                <a16:creationId xmlns:a16="http://schemas.microsoft.com/office/drawing/2014/main" id="{4BAA0D38-C7B0-7254-8677-ED6F560A6423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10796296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8" name="Espaço Reservado para Texto 19">
            <a:extLst>
              <a:ext uri="{FF2B5EF4-FFF2-40B4-BE49-F238E27FC236}">
                <a16:creationId xmlns:a16="http://schemas.microsoft.com/office/drawing/2014/main" id="{D9EF1247-0A06-611A-8622-AE83A9F2A589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106488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49" name="Espaço Reservado para Texto 19">
            <a:extLst>
              <a:ext uri="{FF2B5EF4-FFF2-40B4-BE49-F238E27FC236}">
                <a16:creationId xmlns:a16="http://schemas.microsoft.com/office/drawing/2014/main" id="{1B04468E-AFB8-DF3A-EEC8-1C204DEBFF4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1337259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50" name="Espaço Reservado para Texto 19">
            <a:extLst>
              <a:ext uri="{FF2B5EF4-FFF2-40B4-BE49-F238E27FC236}">
                <a16:creationId xmlns:a16="http://schemas.microsoft.com/office/drawing/2014/main" id="{8D18C960-D65E-DE9A-E294-4F2C58CFF2D5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10105374" y="488021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1" name="Espaço Reservado para Texto 19">
            <a:extLst>
              <a:ext uri="{FF2B5EF4-FFF2-40B4-BE49-F238E27FC236}">
                <a16:creationId xmlns:a16="http://schemas.microsoft.com/office/drawing/2014/main" id="{A98F3785-C0B1-6845-58BE-3C19F5F06760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10105374" y="61898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2" name="Espaço Reservado para Texto 19">
            <a:extLst>
              <a:ext uri="{FF2B5EF4-FFF2-40B4-BE49-F238E27FC236}">
                <a16:creationId xmlns:a16="http://schemas.microsoft.com/office/drawing/2014/main" id="{9EF16824-D171-9059-4FE4-643D0351103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0105374" y="74996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3" name="Espaço Reservado para Texto 19">
            <a:extLst>
              <a:ext uri="{FF2B5EF4-FFF2-40B4-BE49-F238E27FC236}">
                <a16:creationId xmlns:a16="http://schemas.microsoft.com/office/drawing/2014/main" id="{F3E5852A-DF51-4C77-EF08-3567E5CFA85E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0105374" y="88092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54" name="Espaço Reservado para Texto 19">
            <a:extLst>
              <a:ext uri="{FF2B5EF4-FFF2-40B4-BE49-F238E27FC236}">
                <a16:creationId xmlns:a16="http://schemas.microsoft.com/office/drawing/2014/main" id="{645C1170-1F39-C409-DCA4-7237C7D0C055}"/>
              </a:ext>
            </a:extLst>
          </p:cNvPr>
          <p:cNvSpPr>
            <a:spLocks noGrp="1"/>
          </p:cNvSpPr>
          <p:nvPr>
            <p:ph type="body" sz="quarter" idx="367" hasCustomPrompt="1"/>
          </p:nvPr>
        </p:nvSpPr>
        <p:spPr>
          <a:xfrm rot="16200000">
            <a:off x="9701741" y="616532"/>
            <a:ext cx="644013" cy="115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Mês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D39E3F27-6C72-42BD-11B4-C9671EE7DF6E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9899" y="277831"/>
            <a:ext cx="615950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Mês ####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1ABA34D5-1641-6471-3522-4D4A5CF57A6A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469899" y="982047"/>
            <a:ext cx="9292125" cy="114778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B5C4A983-3EAA-9716-D45D-82B9E00E6E4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69899" y="982526"/>
            <a:ext cx="464425" cy="0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chemeClr val="accent5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5290ACD8-F792-2DF4-78BE-6EF828689EE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551312" y="287961"/>
            <a:ext cx="135236" cy="140217"/>
          </a:xfrm>
          <a:prstGeom prst="ellipse">
            <a:avLst/>
          </a:prstGeom>
          <a:solidFill>
            <a:srgbClr val="73C6A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4B16C3D6-0EC0-5FE9-563C-EE502B841EC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686547" y="249005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CEA28EB2-F249-D83B-AA03-BBAE26A09ED3}"/>
              </a:ext>
            </a:extLst>
          </p:cNvPr>
          <p:cNvSpPr>
            <a:spLocks noGrp="1"/>
          </p:cNvSpPr>
          <p:nvPr>
            <p:ph type="body" sz="quarter" idx="368" hasCustomPrompt="1"/>
          </p:nvPr>
        </p:nvSpPr>
        <p:spPr>
          <a:xfrm>
            <a:off x="8551312" y="505602"/>
            <a:ext cx="135236" cy="140217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7765138F-7FAA-7310-9BEF-1423B36B247C}"/>
              </a:ext>
            </a:extLst>
          </p:cNvPr>
          <p:cNvSpPr>
            <a:spLocks noGrp="1"/>
          </p:cNvSpPr>
          <p:nvPr>
            <p:ph type="body" sz="quarter" idx="369" hasCustomPrompt="1"/>
          </p:nvPr>
        </p:nvSpPr>
        <p:spPr>
          <a:xfrm>
            <a:off x="8686547" y="466646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D20E5284-7E6A-A2CD-B1AA-BCD2C2CACCEE}"/>
              </a:ext>
            </a:extLst>
          </p:cNvPr>
          <p:cNvSpPr>
            <a:spLocks noGrp="1"/>
          </p:cNvSpPr>
          <p:nvPr>
            <p:ph type="body" sz="quarter" idx="370" hasCustomPrompt="1"/>
          </p:nvPr>
        </p:nvSpPr>
        <p:spPr>
          <a:xfrm>
            <a:off x="8551312" y="723243"/>
            <a:ext cx="135236" cy="140217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540B37A6-0A01-8FC7-CF5E-5AED69D15EDE}"/>
              </a:ext>
            </a:extLst>
          </p:cNvPr>
          <p:cNvSpPr>
            <a:spLocks noGrp="1"/>
          </p:cNvSpPr>
          <p:nvPr>
            <p:ph type="body" sz="quarter" idx="371" hasCustomPrompt="1"/>
          </p:nvPr>
        </p:nvSpPr>
        <p:spPr>
          <a:xfrm>
            <a:off x="8686547" y="684287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9D28DABE-21D8-37C5-F77D-AFBE5EF80AF5}"/>
              </a:ext>
            </a:extLst>
          </p:cNvPr>
          <p:cNvSpPr>
            <a:spLocks noGrp="1"/>
          </p:cNvSpPr>
          <p:nvPr>
            <p:ph type="body" sz="quarter" idx="372" hasCustomPrompt="1"/>
          </p:nvPr>
        </p:nvSpPr>
        <p:spPr>
          <a:xfrm>
            <a:off x="6876387" y="1293568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936BFD0C-0019-8DBE-8F80-90B5E612ED8B}"/>
              </a:ext>
            </a:extLst>
          </p:cNvPr>
          <p:cNvSpPr>
            <a:spLocks noGrp="1"/>
          </p:cNvSpPr>
          <p:nvPr>
            <p:ph type="body" sz="quarter" idx="373" hasCustomPrompt="1"/>
          </p:nvPr>
        </p:nvSpPr>
        <p:spPr>
          <a:xfrm>
            <a:off x="6876387" y="1851467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DA4381E3-9083-A1DE-6B33-F0E3C1F6BA56}"/>
              </a:ext>
            </a:extLst>
          </p:cNvPr>
          <p:cNvSpPr>
            <a:spLocks noGrp="1"/>
          </p:cNvSpPr>
          <p:nvPr>
            <p:ph type="body" sz="quarter" idx="374" hasCustomPrompt="1"/>
          </p:nvPr>
        </p:nvSpPr>
        <p:spPr>
          <a:xfrm>
            <a:off x="6876387" y="2389250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1357F751-8127-0EC4-4EEB-7AB0CCADC0E5}"/>
              </a:ext>
            </a:extLst>
          </p:cNvPr>
          <p:cNvSpPr>
            <a:spLocks noGrp="1"/>
          </p:cNvSpPr>
          <p:nvPr>
            <p:ph type="body" sz="quarter" idx="375" hasCustomPrompt="1"/>
          </p:nvPr>
        </p:nvSpPr>
        <p:spPr>
          <a:xfrm>
            <a:off x="6876387" y="2954653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A0E80500-55F0-1B59-5688-2C4F7DA08B9B}"/>
              </a:ext>
            </a:extLst>
          </p:cNvPr>
          <p:cNvSpPr>
            <a:spLocks noGrp="1"/>
          </p:cNvSpPr>
          <p:nvPr>
            <p:ph type="body" sz="quarter" idx="376" hasCustomPrompt="1"/>
          </p:nvPr>
        </p:nvSpPr>
        <p:spPr>
          <a:xfrm>
            <a:off x="6876387" y="3520057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0A221FD3-5A84-A0B1-A30A-399ABC0C026B}"/>
              </a:ext>
            </a:extLst>
          </p:cNvPr>
          <p:cNvSpPr>
            <a:spLocks noGrp="1"/>
          </p:cNvSpPr>
          <p:nvPr>
            <p:ph type="body" sz="quarter" idx="377" hasCustomPrompt="1"/>
          </p:nvPr>
        </p:nvSpPr>
        <p:spPr>
          <a:xfrm>
            <a:off x="6876387" y="4083063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843D39C5-2BC4-AE10-7A3D-E42199604770}"/>
              </a:ext>
            </a:extLst>
          </p:cNvPr>
          <p:cNvSpPr>
            <a:spLocks noGrp="1"/>
          </p:cNvSpPr>
          <p:nvPr>
            <p:ph type="body" sz="quarter" idx="378" hasCustomPrompt="1"/>
          </p:nvPr>
        </p:nvSpPr>
        <p:spPr>
          <a:xfrm>
            <a:off x="6876387" y="4640962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5" name="Espaço Reservado para Texto 19">
            <a:extLst>
              <a:ext uri="{FF2B5EF4-FFF2-40B4-BE49-F238E27FC236}">
                <a16:creationId xmlns:a16="http://schemas.microsoft.com/office/drawing/2014/main" id="{99B3D800-D0D2-83F6-51A3-0A13AED72651}"/>
              </a:ext>
            </a:extLst>
          </p:cNvPr>
          <p:cNvSpPr>
            <a:spLocks noGrp="1"/>
          </p:cNvSpPr>
          <p:nvPr>
            <p:ph type="body" sz="quarter" idx="379" hasCustomPrompt="1"/>
          </p:nvPr>
        </p:nvSpPr>
        <p:spPr>
          <a:xfrm>
            <a:off x="6876387" y="5198861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D05678CA-C623-F52A-DC34-1E5C0F1041C1}"/>
              </a:ext>
            </a:extLst>
          </p:cNvPr>
          <p:cNvSpPr>
            <a:spLocks noGrp="1"/>
          </p:cNvSpPr>
          <p:nvPr>
            <p:ph type="body" sz="quarter" idx="380" hasCustomPrompt="1"/>
          </p:nvPr>
        </p:nvSpPr>
        <p:spPr>
          <a:xfrm>
            <a:off x="6876387" y="5756760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DACE6E22-C376-335E-4F60-2AF5DF8B2A21}"/>
              </a:ext>
            </a:extLst>
          </p:cNvPr>
          <p:cNvSpPr>
            <a:spLocks noGrp="1"/>
          </p:cNvSpPr>
          <p:nvPr>
            <p:ph type="body" sz="quarter" idx="381" hasCustomPrompt="1"/>
          </p:nvPr>
        </p:nvSpPr>
        <p:spPr>
          <a:xfrm>
            <a:off x="6876387" y="6314658"/>
            <a:ext cx="192308" cy="18662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512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265">
          <p15:clr>
            <a:srgbClr val="FBAE40"/>
          </p15:clr>
        </p15:guide>
        <p15:guide id="2" orient="horz" pos="84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manal - Far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Espaço Reservado para Texto 19">
            <a:extLst>
              <a:ext uri="{FF2B5EF4-FFF2-40B4-BE49-F238E27FC236}">
                <a16:creationId xmlns:a16="http://schemas.microsoft.com/office/drawing/2014/main" id="{33283540-9837-2F6C-A962-29D39B5D6C50}"/>
              </a:ext>
            </a:extLst>
          </p:cNvPr>
          <p:cNvSpPr>
            <a:spLocks noGrp="1"/>
          </p:cNvSpPr>
          <p:nvPr>
            <p:ph type="body" sz="quarter" idx="431" hasCustomPrompt="1"/>
          </p:nvPr>
        </p:nvSpPr>
        <p:spPr>
          <a:xfrm>
            <a:off x="1038487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5" name="Espaço Reservado para Texto 19">
            <a:extLst>
              <a:ext uri="{FF2B5EF4-FFF2-40B4-BE49-F238E27FC236}">
                <a16:creationId xmlns:a16="http://schemas.microsoft.com/office/drawing/2014/main" id="{C2CF5A43-ECF3-B1CD-604E-660071B64FC4}"/>
              </a:ext>
            </a:extLst>
          </p:cNvPr>
          <p:cNvSpPr>
            <a:spLocks noGrp="1"/>
          </p:cNvSpPr>
          <p:nvPr>
            <p:ph type="body" sz="quarter" idx="432" hasCustomPrompt="1"/>
          </p:nvPr>
        </p:nvSpPr>
        <p:spPr>
          <a:xfrm>
            <a:off x="1038487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6" name="Espaço Reservado para Texto 19">
            <a:extLst>
              <a:ext uri="{FF2B5EF4-FFF2-40B4-BE49-F238E27FC236}">
                <a16:creationId xmlns:a16="http://schemas.microsoft.com/office/drawing/2014/main" id="{C3761A44-AC1E-7A97-CBE0-C0AC00FDA8E4}"/>
              </a:ext>
            </a:extLst>
          </p:cNvPr>
          <p:cNvSpPr>
            <a:spLocks noGrp="1"/>
          </p:cNvSpPr>
          <p:nvPr>
            <p:ph type="body" sz="quarter" idx="433" hasCustomPrompt="1"/>
          </p:nvPr>
        </p:nvSpPr>
        <p:spPr>
          <a:xfrm>
            <a:off x="1038487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7" name="Espaço Reservado para Texto 19">
            <a:extLst>
              <a:ext uri="{FF2B5EF4-FFF2-40B4-BE49-F238E27FC236}">
                <a16:creationId xmlns:a16="http://schemas.microsoft.com/office/drawing/2014/main" id="{5F5CAD2A-50FB-CDC3-B773-FF514BC7FB54}"/>
              </a:ext>
            </a:extLst>
          </p:cNvPr>
          <p:cNvSpPr>
            <a:spLocks noGrp="1"/>
          </p:cNvSpPr>
          <p:nvPr>
            <p:ph type="body" sz="quarter" idx="434" hasCustomPrompt="1"/>
          </p:nvPr>
        </p:nvSpPr>
        <p:spPr>
          <a:xfrm>
            <a:off x="1038487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8" name="Espaço Reservado para Texto 19">
            <a:extLst>
              <a:ext uri="{FF2B5EF4-FFF2-40B4-BE49-F238E27FC236}">
                <a16:creationId xmlns:a16="http://schemas.microsoft.com/office/drawing/2014/main" id="{74B52D65-68CD-0FFD-A6D0-F1528B523848}"/>
              </a:ext>
            </a:extLst>
          </p:cNvPr>
          <p:cNvSpPr>
            <a:spLocks noGrp="1"/>
          </p:cNvSpPr>
          <p:nvPr>
            <p:ph type="body" sz="quarter" idx="435" hasCustomPrompt="1"/>
          </p:nvPr>
        </p:nvSpPr>
        <p:spPr>
          <a:xfrm>
            <a:off x="1038487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9" name="Espaço Reservado para Texto 19">
            <a:extLst>
              <a:ext uri="{FF2B5EF4-FFF2-40B4-BE49-F238E27FC236}">
                <a16:creationId xmlns:a16="http://schemas.microsoft.com/office/drawing/2014/main" id="{7BE5EC5C-B415-0E1D-CEDA-58B1A534F4E3}"/>
              </a:ext>
            </a:extLst>
          </p:cNvPr>
          <p:cNvSpPr>
            <a:spLocks noGrp="1"/>
          </p:cNvSpPr>
          <p:nvPr>
            <p:ph type="body" sz="quarter" idx="436" hasCustomPrompt="1"/>
          </p:nvPr>
        </p:nvSpPr>
        <p:spPr>
          <a:xfrm>
            <a:off x="1038487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0" name="Espaço Reservado para Texto 19">
            <a:extLst>
              <a:ext uri="{FF2B5EF4-FFF2-40B4-BE49-F238E27FC236}">
                <a16:creationId xmlns:a16="http://schemas.microsoft.com/office/drawing/2014/main" id="{A534B00E-3EBF-87E9-EAC7-BED437CB5BA0}"/>
              </a:ext>
            </a:extLst>
          </p:cNvPr>
          <p:cNvSpPr>
            <a:spLocks noGrp="1"/>
          </p:cNvSpPr>
          <p:nvPr>
            <p:ph type="body" sz="quarter" idx="437" hasCustomPrompt="1"/>
          </p:nvPr>
        </p:nvSpPr>
        <p:spPr>
          <a:xfrm>
            <a:off x="1038487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1" name="Espaço Reservado para Texto 19">
            <a:extLst>
              <a:ext uri="{FF2B5EF4-FFF2-40B4-BE49-F238E27FC236}">
                <a16:creationId xmlns:a16="http://schemas.microsoft.com/office/drawing/2014/main" id="{F958004B-6C7E-88CA-E802-9B667FA24BA7}"/>
              </a:ext>
            </a:extLst>
          </p:cNvPr>
          <p:cNvSpPr>
            <a:spLocks noGrp="1"/>
          </p:cNvSpPr>
          <p:nvPr>
            <p:ph type="body" sz="quarter" idx="438" hasCustomPrompt="1"/>
          </p:nvPr>
        </p:nvSpPr>
        <p:spPr>
          <a:xfrm>
            <a:off x="1038487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2" name="Espaço Reservado para Texto 19">
            <a:extLst>
              <a:ext uri="{FF2B5EF4-FFF2-40B4-BE49-F238E27FC236}">
                <a16:creationId xmlns:a16="http://schemas.microsoft.com/office/drawing/2014/main" id="{92BFB9FE-FA0E-618D-9EC2-339153350516}"/>
              </a:ext>
            </a:extLst>
          </p:cNvPr>
          <p:cNvSpPr>
            <a:spLocks noGrp="1"/>
          </p:cNvSpPr>
          <p:nvPr>
            <p:ph type="body" sz="quarter" idx="439" hasCustomPrompt="1"/>
          </p:nvPr>
        </p:nvSpPr>
        <p:spPr>
          <a:xfrm>
            <a:off x="1038487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12" name="Espaço Reservado para Texto 19">
            <a:extLst>
              <a:ext uri="{FF2B5EF4-FFF2-40B4-BE49-F238E27FC236}">
                <a16:creationId xmlns:a16="http://schemas.microsoft.com/office/drawing/2014/main" id="{292DA330-9AF0-13F4-80A8-2662F6997941}"/>
              </a:ext>
            </a:extLst>
          </p:cNvPr>
          <p:cNvSpPr>
            <a:spLocks noGrp="1"/>
          </p:cNvSpPr>
          <p:nvPr>
            <p:ph type="body" sz="quarter" idx="330" hasCustomPrompt="1"/>
          </p:nvPr>
        </p:nvSpPr>
        <p:spPr>
          <a:xfrm>
            <a:off x="1038487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47" name="Espaço Reservado para Texto 19">
            <a:extLst>
              <a:ext uri="{FF2B5EF4-FFF2-40B4-BE49-F238E27FC236}">
                <a16:creationId xmlns:a16="http://schemas.microsoft.com/office/drawing/2014/main" id="{01A772B5-9848-686D-19FC-E263B6242367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1061323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49" name="Espaço Reservado para Texto 8">
            <a:extLst>
              <a:ext uri="{FF2B5EF4-FFF2-40B4-BE49-F238E27FC236}">
                <a16:creationId xmlns:a16="http://schemas.microsoft.com/office/drawing/2014/main" id="{89BAE216-0BE8-0E6A-E19E-819787B707A9}"/>
              </a:ext>
            </a:extLst>
          </p:cNvPr>
          <p:cNvSpPr>
            <a:spLocks noGrp="1"/>
          </p:cNvSpPr>
          <p:nvPr>
            <p:ph type="body" sz="quarter" idx="398" hasCustomPrompt="1"/>
          </p:nvPr>
        </p:nvSpPr>
        <p:spPr>
          <a:xfrm>
            <a:off x="1044705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0" name="Espaço Reservado para Texto 8">
            <a:extLst>
              <a:ext uri="{FF2B5EF4-FFF2-40B4-BE49-F238E27FC236}">
                <a16:creationId xmlns:a16="http://schemas.microsoft.com/office/drawing/2014/main" id="{F905356C-71E3-8132-26B5-C3EC24D1FD88}"/>
              </a:ext>
            </a:extLst>
          </p:cNvPr>
          <p:cNvSpPr>
            <a:spLocks noGrp="1"/>
          </p:cNvSpPr>
          <p:nvPr>
            <p:ph type="body" sz="quarter" idx="399" hasCustomPrompt="1"/>
          </p:nvPr>
        </p:nvSpPr>
        <p:spPr>
          <a:xfrm>
            <a:off x="3194681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1" name="Espaço Reservado para Texto 8">
            <a:extLst>
              <a:ext uri="{FF2B5EF4-FFF2-40B4-BE49-F238E27FC236}">
                <a16:creationId xmlns:a16="http://schemas.microsoft.com/office/drawing/2014/main" id="{F360A969-B166-07F8-98A9-856C9365C730}"/>
              </a:ext>
            </a:extLst>
          </p:cNvPr>
          <p:cNvSpPr>
            <a:spLocks noGrp="1"/>
          </p:cNvSpPr>
          <p:nvPr>
            <p:ph type="body" sz="quarter" idx="400" hasCustomPrompt="1"/>
          </p:nvPr>
        </p:nvSpPr>
        <p:spPr>
          <a:xfrm>
            <a:off x="5342342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2" name="Espaço Reservado para Texto 8">
            <a:extLst>
              <a:ext uri="{FF2B5EF4-FFF2-40B4-BE49-F238E27FC236}">
                <a16:creationId xmlns:a16="http://schemas.microsoft.com/office/drawing/2014/main" id="{BCCB904F-EE60-C0D6-B20C-7016AB466F6B}"/>
              </a:ext>
            </a:extLst>
          </p:cNvPr>
          <p:cNvSpPr>
            <a:spLocks noGrp="1"/>
          </p:cNvSpPr>
          <p:nvPr>
            <p:ph type="body" sz="quarter" idx="401" hasCustomPrompt="1"/>
          </p:nvPr>
        </p:nvSpPr>
        <p:spPr>
          <a:xfrm>
            <a:off x="7495923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3" name="Espaço Reservado para Texto 8">
            <a:extLst>
              <a:ext uri="{FF2B5EF4-FFF2-40B4-BE49-F238E27FC236}">
                <a16:creationId xmlns:a16="http://schemas.microsoft.com/office/drawing/2014/main" id="{3B779E9A-CCD4-B4E6-67E4-73653265BE85}"/>
              </a:ext>
            </a:extLst>
          </p:cNvPr>
          <p:cNvSpPr>
            <a:spLocks noGrp="1"/>
          </p:cNvSpPr>
          <p:nvPr>
            <p:ph type="body" sz="quarter" idx="402" hasCustomPrompt="1"/>
          </p:nvPr>
        </p:nvSpPr>
        <p:spPr>
          <a:xfrm>
            <a:off x="9649504" y="1079455"/>
            <a:ext cx="1944051" cy="29657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/>
              <a:t>##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08C5FF0-EAAD-598B-3748-94BFC174FA0D}"/>
              </a:ext>
            </a:extLst>
          </p:cNvPr>
          <p:cNvSpPr/>
          <p:nvPr userDrawn="1"/>
        </p:nvSpPr>
        <p:spPr>
          <a:xfrm>
            <a:off x="469898" y="1477401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09:00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560DCDE0-3727-5B98-B856-40F6493DDA88}"/>
              </a:ext>
            </a:extLst>
          </p:cNvPr>
          <p:cNvSpPr/>
          <p:nvPr userDrawn="1"/>
        </p:nvSpPr>
        <p:spPr>
          <a:xfrm>
            <a:off x="469898" y="2013202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10:00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315CE0C6-A624-B07B-7AFE-4FA31627837F}"/>
              </a:ext>
            </a:extLst>
          </p:cNvPr>
          <p:cNvSpPr/>
          <p:nvPr userDrawn="1"/>
        </p:nvSpPr>
        <p:spPr>
          <a:xfrm>
            <a:off x="469898" y="2549003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11:00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A404730-4BD0-AFA0-6082-B9B9C46EAA31}"/>
              </a:ext>
            </a:extLst>
          </p:cNvPr>
          <p:cNvSpPr/>
          <p:nvPr userDrawn="1"/>
        </p:nvSpPr>
        <p:spPr>
          <a:xfrm>
            <a:off x="469898" y="3084804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12:00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5C34A63C-9470-8295-64DC-8E533AC6AF24}"/>
              </a:ext>
            </a:extLst>
          </p:cNvPr>
          <p:cNvSpPr/>
          <p:nvPr userDrawn="1"/>
        </p:nvSpPr>
        <p:spPr>
          <a:xfrm>
            <a:off x="469898" y="3620605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13:00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80BDE82-0257-D2F4-6036-A8C07DAA3988}"/>
              </a:ext>
            </a:extLst>
          </p:cNvPr>
          <p:cNvSpPr/>
          <p:nvPr userDrawn="1"/>
        </p:nvSpPr>
        <p:spPr>
          <a:xfrm>
            <a:off x="469898" y="4156406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14:00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F7E04F50-0443-74E4-C55D-9F93DEF6209F}"/>
              </a:ext>
            </a:extLst>
          </p:cNvPr>
          <p:cNvSpPr/>
          <p:nvPr userDrawn="1"/>
        </p:nvSpPr>
        <p:spPr>
          <a:xfrm>
            <a:off x="469898" y="4692207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15:00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6E53A425-7FE6-90A2-0A5A-633E670040CB}"/>
              </a:ext>
            </a:extLst>
          </p:cNvPr>
          <p:cNvSpPr/>
          <p:nvPr userDrawn="1"/>
        </p:nvSpPr>
        <p:spPr>
          <a:xfrm>
            <a:off x="469898" y="5228008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16:00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CBCC02BE-9F53-3451-6891-6D148C6956DA}"/>
              </a:ext>
            </a:extLst>
          </p:cNvPr>
          <p:cNvSpPr/>
          <p:nvPr userDrawn="1"/>
        </p:nvSpPr>
        <p:spPr>
          <a:xfrm>
            <a:off x="469898" y="5763809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17:00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39E3F780-25D3-70BE-76C6-B6B5170BC540}"/>
              </a:ext>
            </a:extLst>
          </p:cNvPr>
          <p:cNvSpPr/>
          <p:nvPr userDrawn="1"/>
        </p:nvSpPr>
        <p:spPr>
          <a:xfrm>
            <a:off x="469898" y="6299607"/>
            <a:ext cx="657861" cy="33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l"/>
            <a:r>
              <a:rPr lang="pt-BR" sz="1400">
                <a:solidFill>
                  <a:schemeClr val="accent5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t>18:00</a:t>
            </a:r>
          </a:p>
        </p:txBody>
      </p:sp>
      <p:sp>
        <p:nvSpPr>
          <p:cNvPr id="64" name="Espaço Reservado para Texto 19">
            <a:extLst>
              <a:ext uri="{FF2B5EF4-FFF2-40B4-BE49-F238E27FC236}">
                <a16:creationId xmlns:a16="http://schemas.microsoft.com/office/drawing/2014/main" id="{71397C2D-CDE4-A723-FA84-1B8ACFC9ED7F}"/>
              </a:ext>
            </a:extLst>
          </p:cNvPr>
          <p:cNvSpPr>
            <a:spLocks noGrp="1"/>
          </p:cNvSpPr>
          <p:nvPr>
            <p:ph type="body" sz="quarter" idx="403" hasCustomPrompt="1"/>
          </p:nvPr>
        </p:nvSpPr>
        <p:spPr>
          <a:xfrm>
            <a:off x="1479725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65" name="Espaço Reservado para Texto 19">
            <a:extLst>
              <a:ext uri="{FF2B5EF4-FFF2-40B4-BE49-F238E27FC236}">
                <a16:creationId xmlns:a16="http://schemas.microsoft.com/office/drawing/2014/main" id="{4B754E4D-A6C0-D148-5584-262A74F01BFD}"/>
              </a:ext>
            </a:extLst>
          </p:cNvPr>
          <p:cNvSpPr>
            <a:spLocks noGrp="1"/>
          </p:cNvSpPr>
          <p:nvPr>
            <p:ph type="body" sz="quarter" idx="404" hasCustomPrompt="1"/>
          </p:nvPr>
        </p:nvSpPr>
        <p:spPr>
          <a:xfrm>
            <a:off x="1061323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67" name="Espaço Reservado para Texto 19">
            <a:extLst>
              <a:ext uri="{FF2B5EF4-FFF2-40B4-BE49-F238E27FC236}">
                <a16:creationId xmlns:a16="http://schemas.microsoft.com/office/drawing/2014/main" id="{F5856E16-833E-309A-0D9B-E6213F6E9ACF}"/>
              </a:ext>
            </a:extLst>
          </p:cNvPr>
          <p:cNvSpPr>
            <a:spLocks noGrp="1"/>
          </p:cNvSpPr>
          <p:nvPr>
            <p:ph type="body" sz="quarter" idx="406" hasCustomPrompt="1"/>
          </p:nvPr>
        </p:nvSpPr>
        <p:spPr>
          <a:xfrm>
            <a:off x="1479725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68" name="Espaço Reservado para Texto 19">
            <a:extLst>
              <a:ext uri="{FF2B5EF4-FFF2-40B4-BE49-F238E27FC236}">
                <a16:creationId xmlns:a16="http://schemas.microsoft.com/office/drawing/2014/main" id="{8AC32FC8-F5DC-A150-18AD-DBB8013D8510}"/>
              </a:ext>
            </a:extLst>
          </p:cNvPr>
          <p:cNvSpPr>
            <a:spLocks noGrp="1"/>
          </p:cNvSpPr>
          <p:nvPr>
            <p:ph type="body" sz="quarter" idx="407" hasCustomPrompt="1"/>
          </p:nvPr>
        </p:nvSpPr>
        <p:spPr>
          <a:xfrm>
            <a:off x="1061323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0" name="Espaço Reservado para Texto 19">
            <a:extLst>
              <a:ext uri="{FF2B5EF4-FFF2-40B4-BE49-F238E27FC236}">
                <a16:creationId xmlns:a16="http://schemas.microsoft.com/office/drawing/2014/main" id="{6C3EE87C-E86F-CEE7-20F0-254F3D569718}"/>
              </a:ext>
            </a:extLst>
          </p:cNvPr>
          <p:cNvSpPr>
            <a:spLocks noGrp="1"/>
          </p:cNvSpPr>
          <p:nvPr>
            <p:ph type="body" sz="quarter" idx="409" hasCustomPrompt="1"/>
          </p:nvPr>
        </p:nvSpPr>
        <p:spPr>
          <a:xfrm>
            <a:off x="1479725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1" name="Espaço Reservado para Texto 19">
            <a:extLst>
              <a:ext uri="{FF2B5EF4-FFF2-40B4-BE49-F238E27FC236}">
                <a16:creationId xmlns:a16="http://schemas.microsoft.com/office/drawing/2014/main" id="{370EEC82-9769-7A3B-6FE5-91E0FF8C71B0}"/>
              </a:ext>
            </a:extLst>
          </p:cNvPr>
          <p:cNvSpPr>
            <a:spLocks noGrp="1"/>
          </p:cNvSpPr>
          <p:nvPr>
            <p:ph type="body" sz="quarter" idx="410" hasCustomPrompt="1"/>
          </p:nvPr>
        </p:nvSpPr>
        <p:spPr>
          <a:xfrm>
            <a:off x="1061323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3" name="Espaço Reservado para Texto 19">
            <a:extLst>
              <a:ext uri="{FF2B5EF4-FFF2-40B4-BE49-F238E27FC236}">
                <a16:creationId xmlns:a16="http://schemas.microsoft.com/office/drawing/2014/main" id="{59609A54-BEF9-BC52-96F0-3EB77B28D09C}"/>
              </a:ext>
            </a:extLst>
          </p:cNvPr>
          <p:cNvSpPr>
            <a:spLocks noGrp="1"/>
          </p:cNvSpPr>
          <p:nvPr>
            <p:ph type="body" sz="quarter" idx="412" hasCustomPrompt="1"/>
          </p:nvPr>
        </p:nvSpPr>
        <p:spPr>
          <a:xfrm>
            <a:off x="1479725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4" name="Espaço Reservado para Texto 19">
            <a:extLst>
              <a:ext uri="{FF2B5EF4-FFF2-40B4-BE49-F238E27FC236}">
                <a16:creationId xmlns:a16="http://schemas.microsoft.com/office/drawing/2014/main" id="{0A54AB1F-203B-1EBF-93F5-921FD1273199}"/>
              </a:ext>
            </a:extLst>
          </p:cNvPr>
          <p:cNvSpPr>
            <a:spLocks noGrp="1"/>
          </p:cNvSpPr>
          <p:nvPr>
            <p:ph type="body" sz="quarter" idx="413" hasCustomPrompt="1"/>
          </p:nvPr>
        </p:nvSpPr>
        <p:spPr>
          <a:xfrm>
            <a:off x="1061323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6" name="Espaço Reservado para Texto 19">
            <a:extLst>
              <a:ext uri="{FF2B5EF4-FFF2-40B4-BE49-F238E27FC236}">
                <a16:creationId xmlns:a16="http://schemas.microsoft.com/office/drawing/2014/main" id="{D3AC3692-5A5D-E100-A121-51CE88F3B8A2}"/>
              </a:ext>
            </a:extLst>
          </p:cNvPr>
          <p:cNvSpPr>
            <a:spLocks noGrp="1"/>
          </p:cNvSpPr>
          <p:nvPr>
            <p:ph type="body" sz="quarter" idx="415" hasCustomPrompt="1"/>
          </p:nvPr>
        </p:nvSpPr>
        <p:spPr>
          <a:xfrm>
            <a:off x="1479725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7" name="Espaço Reservado para Texto 19">
            <a:extLst>
              <a:ext uri="{FF2B5EF4-FFF2-40B4-BE49-F238E27FC236}">
                <a16:creationId xmlns:a16="http://schemas.microsoft.com/office/drawing/2014/main" id="{5F310F9D-0BC8-61A6-A371-9C70D684C32B}"/>
              </a:ext>
            </a:extLst>
          </p:cNvPr>
          <p:cNvSpPr>
            <a:spLocks noGrp="1"/>
          </p:cNvSpPr>
          <p:nvPr>
            <p:ph type="body" sz="quarter" idx="416" hasCustomPrompt="1"/>
          </p:nvPr>
        </p:nvSpPr>
        <p:spPr>
          <a:xfrm>
            <a:off x="1061323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79" name="Espaço Reservado para Texto 19">
            <a:extLst>
              <a:ext uri="{FF2B5EF4-FFF2-40B4-BE49-F238E27FC236}">
                <a16:creationId xmlns:a16="http://schemas.microsoft.com/office/drawing/2014/main" id="{E11A0CE6-C420-49DF-A559-986C5F113664}"/>
              </a:ext>
            </a:extLst>
          </p:cNvPr>
          <p:cNvSpPr>
            <a:spLocks noGrp="1"/>
          </p:cNvSpPr>
          <p:nvPr>
            <p:ph type="body" sz="quarter" idx="418" hasCustomPrompt="1"/>
          </p:nvPr>
        </p:nvSpPr>
        <p:spPr>
          <a:xfrm>
            <a:off x="1479725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0" name="Espaço Reservado para Texto 19">
            <a:extLst>
              <a:ext uri="{FF2B5EF4-FFF2-40B4-BE49-F238E27FC236}">
                <a16:creationId xmlns:a16="http://schemas.microsoft.com/office/drawing/2014/main" id="{A51E00E0-B9A1-28F1-92B5-F9A8492B2144}"/>
              </a:ext>
            </a:extLst>
          </p:cNvPr>
          <p:cNvSpPr>
            <a:spLocks noGrp="1"/>
          </p:cNvSpPr>
          <p:nvPr>
            <p:ph type="body" sz="quarter" idx="419" hasCustomPrompt="1"/>
          </p:nvPr>
        </p:nvSpPr>
        <p:spPr>
          <a:xfrm>
            <a:off x="1061323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2" name="Espaço Reservado para Texto 19">
            <a:extLst>
              <a:ext uri="{FF2B5EF4-FFF2-40B4-BE49-F238E27FC236}">
                <a16:creationId xmlns:a16="http://schemas.microsoft.com/office/drawing/2014/main" id="{02450A1C-1045-83D2-0AD1-E5644CAF2D1C}"/>
              </a:ext>
            </a:extLst>
          </p:cNvPr>
          <p:cNvSpPr>
            <a:spLocks noGrp="1"/>
          </p:cNvSpPr>
          <p:nvPr>
            <p:ph type="body" sz="quarter" idx="421" hasCustomPrompt="1"/>
          </p:nvPr>
        </p:nvSpPr>
        <p:spPr>
          <a:xfrm>
            <a:off x="1479725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3" name="Espaço Reservado para Texto 19">
            <a:extLst>
              <a:ext uri="{FF2B5EF4-FFF2-40B4-BE49-F238E27FC236}">
                <a16:creationId xmlns:a16="http://schemas.microsoft.com/office/drawing/2014/main" id="{C7D8EECB-C424-2835-4B1F-91FE6ED9291E}"/>
              </a:ext>
            </a:extLst>
          </p:cNvPr>
          <p:cNvSpPr>
            <a:spLocks noGrp="1"/>
          </p:cNvSpPr>
          <p:nvPr>
            <p:ph type="body" sz="quarter" idx="422" hasCustomPrompt="1"/>
          </p:nvPr>
        </p:nvSpPr>
        <p:spPr>
          <a:xfrm>
            <a:off x="1061323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5" name="Espaço Reservado para Texto 19">
            <a:extLst>
              <a:ext uri="{FF2B5EF4-FFF2-40B4-BE49-F238E27FC236}">
                <a16:creationId xmlns:a16="http://schemas.microsoft.com/office/drawing/2014/main" id="{1CD3C269-C9BF-69D9-B899-2730E1695DFB}"/>
              </a:ext>
            </a:extLst>
          </p:cNvPr>
          <p:cNvSpPr>
            <a:spLocks noGrp="1"/>
          </p:cNvSpPr>
          <p:nvPr>
            <p:ph type="body" sz="quarter" idx="424" hasCustomPrompt="1"/>
          </p:nvPr>
        </p:nvSpPr>
        <p:spPr>
          <a:xfrm>
            <a:off x="1479725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6" name="Espaço Reservado para Texto 19">
            <a:extLst>
              <a:ext uri="{FF2B5EF4-FFF2-40B4-BE49-F238E27FC236}">
                <a16:creationId xmlns:a16="http://schemas.microsoft.com/office/drawing/2014/main" id="{7946BF70-F99C-F964-564D-AE9C6C3F8433}"/>
              </a:ext>
            </a:extLst>
          </p:cNvPr>
          <p:cNvSpPr>
            <a:spLocks noGrp="1"/>
          </p:cNvSpPr>
          <p:nvPr>
            <p:ph type="body" sz="quarter" idx="425" hasCustomPrompt="1"/>
          </p:nvPr>
        </p:nvSpPr>
        <p:spPr>
          <a:xfrm>
            <a:off x="1061323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88" name="Espaço Reservado para Texto 19">
            <a:extLst>
              <a:ext uri="{FF2B5EF4-FFF2-40B4-BE49-F238E27FC236}">
                <a16:creationId xmlns:a16="http://schemas.microsoft.com/office/drawing/2014/main" id="{79520A62-1823-080E-A12F-F53596EA7D0C}"/>
              </a:ext>
            </a:extLst>
          </p:cNvPr>
          <p:cNvSpPr>
            <a:spLocks noGrp="1"/>
          </p:cNvSpPr>
          <p:nvPr>
            <p:ph type="body" sz="quarter" idx="427" hasCustomPrompt="1"/>
          </p:nvPr>
        </p:nvSpPr>
        <p:spPr>
          <a:xfrm>
            <a:off x="1479725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89" name="Espaço Reservado para Texto 19">
            <a:extLst>
              <a:ext uri="{FF2B5EF4-FFF2-40B4-BE49-F238E27FC236}">
                <a16:creationId xmlns:a16="http://schemas.microsoft.com/office/drawing/2014/main" id="{40834536-33C8-2D50-42A5-001A615B858E}"/>
              </a:ext>
            </a:extLst>
          </p:cNvPr>
          <p:cNvSpPr>
            <a:spLocks noGrp="1"/>
          </p:cNvSpPr>
          <p:nvPr>
            <p:ph type="body" sz="quarter" idx="428" hasCustomPrompt="1"/>
          </p:nvPr>
        </p:nvSpPr>
        <p:spPr>
          <a:xfrm>
            <a:off x="1061323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91" name="Espaço Reservado para Texto 19">
            <a:extLst>
              <a:ext uri="{FF2B5EF4-FFF2-40B4-BE49-F238E27FC236}">
                <a16:creationId xmlns:a16="http://schemas.microsoft.com/office/drawing/2014/main" id="{1EB8575C-97A4-6D4A-4C70-F90BDC38CE4A}"/>
              </a:ext>
            </a:extLst>
          </p:cNvPr>
          <p:cNvSpPr>
            <a:spLocks noGrp="1"/>
          </p:cNvSpPr>
          <p:nvPr>
            <p:ph type="body" sz="quarter" idx="430" hasCustomPrompt="1"/>
          </p:nvPr>
        </p:nvSpPr>
        <p:spPr>
          <a:xfrm>
            <a:off x="1479725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23" name="Espaço Reservado para Texto 19">
            <a:extLst>
              <a:ext uri="{FF2B5EF4-FFF2-40B4-BE49-F238E27FC236}">
                <a16:creationId xmlns:a16="http://schemas.microsoft.com/office/drawing/2014/main" id="{F4F798D6-F7D4-AFA9-581C-B95CFE931A9B}"/>
              </a:ext>
            </a:extLst>
          </p:cNvPr>
          <p:cNvSpPr>
            <a:spLocks noGrp="1"/>
          </p:cNvSpPr>
          <p:nvPr>
            <p:ph type="body" sz="quarter" idx="440" hasCustomPrompt="1"/>
          </p:nvPr>
        </p:nvSpPr>
        <p:spPr>
          <a:xfrm>
            <a:off x="3195791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4" name="Espaço Reservado para Texto 19">
            <a:extLst>
              <a:ext uri="{FF2B5EF4-FFF2-40B4-BE49-F238E27FC236}">
                <a16:creationId xmlns:a16="http://schemas.microsoft.com/office/drawing/2014/main" id="{570EC92A-DF17-A9A7-21A0-84669243DD2C}"/>
              </a:ext>
            </a:extLst>
          </p:cNvPr>
          <p:cNvSpPr>
            <a:spLocks noGrp="1"/>
          </p:cNvSpPr>
          <p:nvPr>
            <p:ph type="body" sz="quarter" idx="441" hasCustomPrompt="1"/>
          </p:nvPr>
        </p:nvSpPr>
        <p:spPr>
          <a:xfrm>
            <a:off x="3195791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5" name="Espaço Reservado para Texto 19">
            <a:extLst>
              <a:ext uri="{FF2B5EF4-FFF2-40B4-BE49-F238E27FC236}">
                <a16:creationId xmlns:a16="http://schemas.microsoft.com/office/drawing/2014/main" id="{6F118B2A-1BF7-B68A-3D46-D3E6C04FD83D}"/>
              </a:ext>
            </a:extLst>
          </p:cNvPr>
          <p:cNvSpPr>
            <a:spLocks noGrp="1"/>
          </p:cNvSpPr>
          <p:nvPr>
            <p:ph type="body" sz="quarter" idx="442" hasCustomPrompt="1"/>
          </p:nvPr>
        </p:nvSpPr>
        <p:spPr>
          <a:xfrm>
            <a:off x="3195791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6" name="Espaço Reservado para Texto 19">
            <a:extLst>
              <a:ext uri="{FF2B5EF4-FFF2-40B4-BE49-F238E27FC236}">
                <a16:creationId xmlns:a16="http://schemas.microsoft.com/office/drawing/2014/main" id="{0C6C7EB4-5D51-E0CD-4069-CEF1BB1E6A14}"/>
              </a:ext>
            </a:extLst>
          </p:cNvPr>
          <p:cNvSpPr>
            <a:spLocks noGrp="1"/>
          </p:cNvSpPr>
          <p:nvPr>
            <p:ph type="body" sz="quarter" idx="443" hasCustomPrompt="1"/>
          </p:nvPr>
        </p:nvSpPr>
        <p:spPr>
          <a:xfrm>
            <a:off x="3195791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7" name="Espaço Reservado para Texto 19">
            <a:extLst>
              <a:ext uri="{FF2B5EF4-FFF2-40B4-BE49-F238E27FC236}">
                <a16:creationId xmlns:a16="http://schemas.microsoft.com/office/drawing/2014/main" id="{5973F2A0-507B-E425-D0D3-907A0E107B8E}"/>
              </a:ext>
            </a:extLst>
          </p:cNvPr>
          <p:cNvSpPr>
            <a:spLocks noGrp="1"/>
          </p:cNvSpPr>
          <p:nvPr>
            <p:ph type="body" sz="quarter" idx="444" hasCustomPrompt="1"/>
          </p:nvPr>
        </p:nvSpPr>
        <p:spPr>
          <a:xfrm>
            <a:off x="3195791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8" name="Espaço Reservado para Texto 19">
            <a:extLst>
              <a:ext uri="{FF2B5EF4-FFF2-40B4-BE49-F238E27FC236}">
                <a16:creationId xmlns:a16="http://schemas.microsoft.com/office/drawing/2014/main" id="{4ABABDC6-D6D1-1EB1-165D-2435DA259B16}"/>
              </a:ext>
            </a:extLst>
          </p:cNvPr>
          <p:cNvSpPr>
            <a:spLocks noGrp="1"/>
          </p:cNvSpPr>
          <p:nvPr>
            <p:ph type="body" sz="quarter" idx="445" hasCustomPrompt="1"/>
          </p:nvPr>
        </p:nvSpPr>
        <p:spPr>
          <a:xfrm>
            <a:off x="3195791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29" name="Espaço Reservado para Texto 19">
            <a:extLst>
              <a:ext uri="{FF2B5EF4-FFF2-40B4-BE49-F238E27FC236}">
                <a16:creationId xmlns:a16="http://schemas.microsoft.com/office/drawing/2014/main" id="{B1E40C6C-5DAA-A304-22CB-86C7DA862604}"/>
              </a:ext>
            </a:extLst>
          </p:cNvPr>
          <p:cNvSpPr>
            <a:spLocks noGrp="1"/>
          </p:cNvSpPr>
          <p:nvPr>
            <p:ph type="body" sz="quarter" idx="446" hasCustomPrompt="1"/>
          </p:nvPr>
        </p:nvSpPr>
        <p:spPr>
          <a:xfrm>
            <a:off x="3195791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0" name="Espaço Reservado para Texto 19">
            <a:extLst>
              <a:ext uri="{FF2B5EF4-FFF2-40B4-BE49-F238E27FC236}">
                <a16:creationId xmlns:a16="http://schemas.microsoft.com/office/drawing/2014/main" id="{681B8E21-DC8E-EA71-9BB7-BCC6C9A11FAD}"/>
              </a:ext>
            </a:extLst>
          </p:cNvPr>
          <p:cNvSpPr>
            <a:spLocks noGrp="1"/>
          </p:cNvSpPr>
          <p:nvPr>
            <p:ph type="body" sz="quarter" idx="447" hasCustomPrompt="1"/>
          </p:nvPr>
        </p:nvSpPr>
        <p:spPr>
          <a:xfrm>
            <a:off x="3195791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1" name="Espaço Reservado para Texto 19">
            <a:extLst>
              <a:ext uri="{FF2B5EF4-FFF2-40B4-BE49-F238E27FC236}">
                <a16:creationId xmlns:a16="http://schemas.microsoft.com/office/drawing/2014/main" id="{53AA9265-CFC4-D21B-BDFE-10C41C73F914}"/>
              </a:ext>
            </a:extLst>
          </p:cNvPr>
          <p:cNvSpPr>
            <a:spLocks noGrp="1"/>
          </p:cNvSpPr>
          <p:nvPr>
            <p:ph type="body" sz="quarter" idx="448" hasCustomPrompt="1"/>
          </p:nvPr>
        </p:nvSpPr>
        <p:spPr>
          <a:xfrm>
            <a:off x="3195791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2" name="Espaço Reservado para Texto 19">
            <a:extLst>
              <a:ext uri="{FF2B5EF4-FFF2-40B4-BE49-F238E27FC236}">
                <a16:creationId xmlns:a16="http://schemas.microsoft.com/office/drawing/2014/main" id="{1DAA5EF6-5C31-C6E1-79D8-3607F89E8C6B}"/>
              </a:ext>
            </a:extLst>
          </p:cNvPr>
          <p:cNvSpPr>
            <a:spLocks noGrp="1"/>
          </p:cNvSpPr>
          <p:nvPr>
            <p:ph type="body" sz="quarter" idx="449" hasCustomPrompt="1"/>
          </p:nvPr>
        </p:nvSpPr>
        <p:spPr>
          <a:xfrm>
            <a:off x="3195791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33" name="Espaço Reservado para Texto 19">
            <a:extLst>
              <a:ext uri="{FF2B5EF4-FFF2-40B4-BE49-F238E27FC236}">
                <a16:creationId xmlns:a16="http://schemas.microsoft.com/office/drawing/2014/main" id="{A271C6FD-EE41-9321-E45B-2C21F3810D05}"/>
              </a:ext>
            </a:extLst>
          </p:cNvPr>
          <p:cNvSpPr>
            <a:spLocks noGrp="1"/>
          </p:cNvSpPr>
          <p:nvPr>
            <p:ph type="body" sz="quarter" idx="450" hasCustomPrompt="1"/>
          </p:nvPr>
        </p:nvSpPr>
        <p:spPr>
          <a:xfrm>
            <a:off x="3218627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5" name="Espaço Reservado para Texto 19">
            <a:extLst>
              <a:ext uri="{FF2B5EF4-FFF2-40B4-BE49-F238E27FC236}">
                <a16:creationId xmlns:a16="http://schemas.microsoft.com/office/drawing/2014/main" id="{2A0B3717-743D-B24B-6667-E14185EEC263}"/>
              </a:ext>
            </a:extLst>
          </p:cNvPr>
          <p:cNvSpPr>
            <a:spLocks noGrp="1"/>
          </p:cNvSpPr>
          <p:nvPr>
            <p:ph type="body" sz="quarter" idx="452" hasCustomPrompt="1"/>
          </p:nvPr>
        </p:nvSpPr>
        <p:spPr>
          <a:xfrm>
            <a:off x="3637029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6" name="Espaço Reservado para Texto 19">
            <a:extLst>
              <a:ext uri="{FF2B5EF4-FFF2-40B4-BE49-F238E27FC236}">
                <a16:creationId xmlns:a16="http://schemas.microsoft.com/office/drawing/2014/main" id="{BCD2A226-A3C1-42AD-95A3-D1F634FB1D7E}"/>
              </a:ext>
            </a:extLst>
          </p:cNvPr>
          <p:cNvSpPr>
            <a:spLocks noGrp="1"/>
          </p:cNvSpPr>
          <p:nvPr>
            <p:ph type="body" sz="quarter" idx="453" hasCustomPrompt="1"/>
          </p:nvPr>
        </p:nvSpPr>
        <p:spPr>
          <a:xfrm>
            <a:off x="3218627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38" name="Espaço Reservado para Texto 19">
            <a:extLst>
              <a:ext uri="{FF2B5EF4-FFF2-40B4-BE49-F238E27FC236}">
                <a16:creationId xmlns:a16="http://schemas.microsoft.com/office/drawing/2014/main" id="{878350E1-5D87-C101-87E5-A03A5D4EF8C0}"/>
              </a:ext>
            </a:extLst>
          </p:cNvPr>
          <p:cNvSpPr>
            <a:spLocks noGrp="1"/>
          </p:cNvSpPr>
          <p:nvPr>
            <p:ph type="body" sz="quarter" idx="455" hasCustomPrompt="1"/>
          </p:nvPr>
        </p:nvSpPr>
        <p:spPr>
          <a:xfrm>
            <a:off x="3637029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9" name="Espaço Reservado para Texto 19">
            <a:extLst>
              <a:ext uri="{FF2B5EF4-FFF2-40B4-BE49-F238E27FC236}">
                <a16:creationId xmlns:a16="http://schemas.microsoft.com/office/drawing/2014/main" id="{74E89F5F-A1DF-6480-3338-EB7198F88CF7}"/>
              </a:ext>
            </a:extLst>
          </p:cNvPr>
          <p:cNvSpPr>
            <a:spLocks noGrp="1"/>
          </p:cNvSpPr>
          <p:nvPr>
            <p:ph type="body" sz="quarter" idx="456" hasCustomPrompt="1"/>
          </p:nvPr>
        </p:nvSpPr>
        <p:spPr>
          <a:xfrm>
            <a:off x="3218627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1" name="Espaço Reservado para Texto 19">
            <a:extLst>
              <a:ext uri="{FF2B5EF4-FFF2-40B4-BE49-F238E27FC236}">
                <a16:creationId xmlns:a16="http://schemas.microsoft.com/office/drawing/2014/main" id="{8BD9B82B-3763-D56C-8ED4-6E2811BE2517}"/>
              </a:ext>
            </a:extLst>
          </p:cNvPr>
          <p:cNvSpPr>
            <a:spLocks noGrp="1"/>
          </p:cNvSpPr>
          <p:nvPr>
            <p:ph type="body" sz="quarter" idx="458" hasCustomPrompt="1"/>
          </p:nvPr>
        </p:nvSpPr>
        <p:spPr>
          <a:xfrm>
            <a:off x="3637029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2" name="Espaço Reservado para Texto 19">
            <a:extLst>
              <a:ext uri="{FF2B5EF4-FFF2-40B4-BE49-F238E27FC236}">
                <a16:creationId xmlns:a16="http://schemas.microsoft.com/office/drawing/2014/main" id="{5E913B77-9CB3-1213-3667-E6576B11B933}"/>
              </a:ext>
            </a:extLst>
          </p:cNvPr>
          <p:cNvSpPr>
            <a:spLocks noGrp="1"/>
          </p:cNvSpPr>
          <p:nvPr>
            <p:ph type="body" sz="quarter" idx="459" hasCustomPrompt="1"/>
          </p:nvPr>
        </p:nvSpPr>
        <p:spPr>
          <a:xfrm>
            <a:off x="3218627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4" name="Espaço Reservado para Texto 19">
            <a:extLst>
              <a:ext uri="{FF2B5EF4-FFF2-40B4-BE49-F238E27FC236}">
                <a16:creationId xmlns:a16="http://schemas.microsoft.com/office/drawing/2014/main" id="{15E42E7E-557A-A933-1E38-6E9AD4041EFE}"/>
              </a:ext>
            </a:extLst>
          </p:cNvPr>
          <p:cNvSpPr>
            <a:spLocks noGrp="1"/>
          </p:cNvSpPr>
          <p:nvPr>
            <p:ph type="body" sz="quarter" idx="461" hasCustomPrompt="1"/>
          </p:nvPr>
        </p:nvSpPr>
        <p:spPr>
          <a:xfrm>
            <a:off x="3637029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5" name="Espaço Reservado para Texto 19">
            <a:extLst>
              <a:ext uri="{FF2B5EF4-FFF2-40B4-BE49-F238E27FC236}">
                <a16:creationId xmlns:a16="http://schemas.microsoft.com/office/drawing/2014/main" id="{1113B3B5-D9DF-6633-FB53-D9A1E35895A6}"/>
              </a:ext>
            </a:extLst>
          </p:cNvPr>
          <p:cNvSpPr>
            <a:spLocks noGrp="1"/>
          </p:cNvSpPr>
          <p:nvPr>
            <p:ph type="body" sz="quarter" idx="462" hasCustomPrompt="1"/>
          </p:nvPr>
        </p:nvSpPr>
        <p:spPr>
          <a:xfrm>
            <a:off x="3218627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47" name="Espaço Reservado para Texto 19">
            <a:extLst>
              <a:ext uri="{FF2B5EF4-FFF2-40B4-BE49-F238E27FC236}">
                <a16:creationId xmlns:a16="http://schemas.microsoft.com/office/drawing/2014/main" id="{D1E90815-C0BE-562D-8180-33819D2509B7}"/>
              </a:ext>
            </a:extLst>
          </p:cNvPr>
          <p:cNvSpPr>
            <a:spLocks noGrp="1"/>
          </p:cNvSpPr>
          <p:nvPr>
            <p:ph type="body" sz="quarter" idx="464" hasCustomPrompt="1"/>
          </p:nvPr>
        </p:nvSpPr>
        <p:spPr>
          <a:xfrm>
            <a:off x="3637029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48" name="Espaço Reservado para Texto 19">
            <a:extLst>
              <a:ext uri="{FF2B5EF4-FFF2-40B4-BE49-F238E27FC236}">
                <a16:creationId xmlns:a16="http://schemas.microsoft.com/office/drawing/2014/main" id="{C3E2E57C-F589-CCEA-5671-C4DD99F88E50}"/>
              </a:ext>
            </a:extLst>
          </p:cNvPr>
          <p:cNvSpPr>
            <a:spLocks noGrp="1"/>
          </p:cNvSpPr>
          <p:nvPr>
            <p:ph type="body" sz="quarter" idx="465" hasCustomPrompt="1"/>
          </p:nvPr>
        </p:nvSpPr>
        <p:spPr>
          <a:xfrm>
            <a:off x="3218627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0" name="Espaço Reservado para Texto 19">
            <a:extLst>
              <a:ext uri="{FF2B5EF4-FFF2-40B4-BE49-F238E27FC236}">
                <a16:creationId xmlns:a16="http://schemas.microsoft.com/office/drawing/2014/main" id="{31F2EA86-3D3B-E9ED-70FA-65582F085081}"/>
              </a:ext>
            </a:extLst>
          </p:cNvPr>
          <p:cNvSpPr>
            <a:spLocks noGrp="1"/>
          </p:cNvSpPr>
          <p:nvPr>
            <p:ph type="body" sz="quarter" idx="467" hasCustomPrompt="1"/>
          </p:nvPr>
        </p:nvSpPr>
        <p:spPr>
          <a:xfrm>
            <a:off x="3637029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1" name="Espaço Reservado para Texto 19">
            <a:extLst>
              <a:ext uri="{FF2B5EF4-FFF2-40B4-BE49-F238E27FC236}">
                <a16:creationId xmlns:a16="http://schemas.microsoft.com/office/drawing/2014/main" id="{AC4554B0-1DFB-9921-CE15-4F5D14E95722}"/>
              </a:ext>
            </a:extLst>
          </p:cNvPr>
          <p:cNvSpPr>
            <a:spLocks noGrp="1"/>
          </p:cNvSpPr>
          <p:nvPr>
            <p:ph type="body" sz="quarter" idx="468" hasCustomPrompt="1"/>
          </p:nvPr>
        </p:nvSpPr>
        <p:spPr>
          <a:xfrm>
            <a:off x="3218627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3" name="Espaço Reservado para Texto 19">
            <a:extLst>
              <a:ext uri="{FF2B5EF4-FFF2-40B4-BE49-F238E27FC236}">
                <a16:creationId xmlns:a16="http://schemas.microsoft.com/office/drawing/2014/main" id="{C33A89F8-CD97-6A6B-147D-BFDE5D2581A9}"/>
              </a:ext>
            </a:extLst>
          </p:cNvPr>
          <p:cNvSpPr>
            <a:spLocks noGrp="1"/>
          </p:cNvSpPr>
          <p:nvPr>
            <p:ph type="body" sz="quarter" idx="470" hasCustomPrompt="1"/>
          </p:nvPr>
        </p:nvSpPr>
        <p:spPr>
          <a:xfrm>
            <a:off x="3637029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4" name="Espaço Reservado para Texto 19">
            <a:extLst>
              <a:ext uri="{FF2B5EF4-FFF2-40B4-BE49-F238E27FC236}">
                <a16:creationId xmlns:a16="http://schemas.microsoft.com/office/drawing/2014/main" id="{AF352A36-811A-8749-F30F-4B21B10E1B14}"/>
              </a:ext>
            </a:extLst>
          </p:cNvPr>
          <p:cNvSpPr>
            <a:spLocks noGrp="1"/>
          </p:cNvSpPr>
          <p:nvPr>
            <p:ph type="body" sz="quarter" idx="471" hasCustomPrompt="1"/>
          </p:nvPr>
        </p:nvSpPr>
        <p:spPr>
          <a:xfrm>
            <a:off x="3218627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6" name="Espaço Reservado para Texto 19">
            <a:extLst>
              <a:ext uri="{FF2B5EF4-FFF2-40B4-BE49-F238E27FC236}">
                <a16:creationId xmlns:a16="http://schemas.microsoft.com/office/drawing/2014/main" id="{D15C2E71-0C09-29D2-B46D-97FE305308EF}"/>
              </a:ext>
            </a:extLst>
          </p:cNvPr>
          <p:cNvSpPr>
            <a:spLocks noGrp="1"/>
          </p:cNvSpPr>
          <p:nvPr>
            <p:ph type="body" sz="quarter" idx="473" hasCustomPrompt="1"/>
          </p:nvPr>
        </p:nvSpPr>
        <p:spPr>
          <a:xfrm>
            <a:off x="3637029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57" name="Espaço Reservado para Texto 19">
            <a:extLst>
              <a:ext uri="{FF2B5EF4-FFF2-40B4-BE49-F238E27FC236}">
                <a16:creationId xmlns:a16="http://schemas.microsoft.com/office/drawing/2014/main" id="{989AF828-5E74-CE3F-BB54-ADB6EA427B5A}"/>
              </a:ext>
            </a:extLst>
          </p:cNvPr>
          <p:cNvSpPr>
            <a:spLocks noGrp="1"/>
          </p:cNvSpPr>
          <p:nvPr>
            <p:ph type="body" sz="quarter" idx="474" hasCustomPrompt="1"/>
          </p:nvPr>
        </p:nvSpPr>
        <p:spPr>
          <a:xfrm>
            <a:off x="3218627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59" name="Espaço Reservado para Texto 19">
            <a:extLst>
              <a:ext uri="{FF2B5EF4-FFF2-40B4-BE49-F238E27FC236}">
                <a16:creationId xmlns:a16="http://schemas.microsoft.com/office/drawing/2014/main" id="{78D8DD02-5066-C4BF-DB3B-8BFFDA6F4C64}"/>
              </a:ext>
            </a:extLst>
          </p:cNvPr>
          <p:cNvSpPr>
            <a:spLocks noGrp="1"/>
          </p:cNvSpPr>
          <p:nvPr>
            <p:ph type="body" sz="quarter" idx="476" hasCustomPrompt="1"/>
          </p:nvPr>
        </p:nvSpPr>
        <p:spPr>
          <a:xfrm>
            <a:off x="3637029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60" name="Espaço Reservado para Texto 19">
            <a:extLst>
              <a:ext uri="{FF2B5EF4-FFF2-40B4-BE49-F238E27FC236}">
                <a16:creationId xmlns:a16="http://schemas.microsoft.com/office/drawing/2014/main" id="{DCE38612-4125-DE6A-1325-027E36E1DC61}"/>
              </a:ext>
            </a:extLst>
          </p:cNvPr>
          <p:cNvSpPr>
            <a:spLocks noGrp="1"/>
          </p:cNvSpPr>
          <p:nvPr>
            <p:ph type="body" sz="quarter" idx="477" hasCustomPrompt="1"/>
          </p:nvPr>
        </p:nvSpPr>
        <p:spPr>
          <a:xfrm>
            <a:off x="3218627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62" name="Espaço Reservado para Texto 19">
            <a:extLst>
              <a:ext uri="{FF2B5EF4-FFF2-40B4-BE49-F238E27FC236}">
                <a16:creationId xmlns:a16="http://schemas.microsoft.com/office/drawing/2014/main" id="{A54695BA-27D4-9835-9C32-8F58DA277F24}"/>
              </a:ext>
            </a:extLst>
          </p:cNvPr>
          <p:cNvSpPr>
            <a:spLocks noGrp="1"/>
          </p:cNvSpPr>
          <p:nvPr>
            <p:ph type="body" sz="quarter" idx="479" hasCustomPrompt="1"/>
          </p:nvPr>
        </p:nvSpPr>
        <p:spPr>
          <a:xfrm>
            <a:off x="3637029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63" name="Espaço Reservado para Texto 19">
            <a:extLst>
              <a:ext uri="{FF2B5EF4-FFF2-40B4-BE49-F238E27FC236}">
                <a16:creationId xmlns:a16="http://schemas.microsoft.com/office/drawing/2014/main" id="{AD3098D6-E9D3-BD9B-C61C-E8FF0A72120F}"/>
              </a:ext>
            </a:extLst>
          </p:cNvPr>
          <p:cNvSpPr>
            <a:spLocks noGrp="1"/>
          </p:cNvSpPr>
          <p:nvPr>
            <p:ph type="body" sz="quarter" idx="480" hasCustomPrompt="1"/>
          </p:nvPr>
        </p:nvSpPr>
        <p:spPr>
          <a:xfrm>
            <a:off x="5343570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4" name="Espaço Reservado para Texto 19">
            <a:extLst>
              <a:ext uri="{FF2B5EF4-FFF2-40B4-BE49-F238E27FC236}">
                <a16:creationId xmlns:a16="http://schemas.microsoft.com/office/drawing/2014/main" id="{9F63C421-9509-F3DA-DC02-7A12C2A679DB}"/>
              </a:ext>
            </a:extLst>
          </p:cNvPr>
          <p:cNvSpPr>
            <a:spLocks noGrp="1"/>
          </p:cNvSpPr>
          <p:nvPr>
            <p:ph type="body" sz="quarter" idx="481" hasCustomPrompt="1"/>
          </p:nvPr>
        </p:nvSpPr>
        <p:spPr>
          <a:xfrm>
            <a:off x="5343570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5" name="Espaço Reservado para Texto 19">
            <a:extLst>
              <a:ext uri="{FF2B5EF4-FFF2-40B4-BE49-F238E27FC236}">
                <a16:creationId xmlns:a16="http://schemas.microsoft.com/office/drawing/2014/main" id="{357C2247-1081-0143-9D64-F2F2E36CB76B}"/>
              </a:ext>
            </a:extLst>
          </p:cNvPr>
          <p:cNvSpPr>
            <a:spLocks noGrp="1"/>
          </p:cNvSpPr>
          <p:nvPr>
            <p:ph type="body" sz="quarter" idx="482" hasCustomPrompt="1"/>
          </p:nvPr>
        </p:nvSpPr>
        <p:spPr>
          <a:xfrm>
            <a:off x="5343570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6" name="Espaço Reservado para Texto 19">
            <a:extLst>
              <a:ext uri="{FF2B5EF4-FFF2-40B4-BE49-F238E27FC236}">
                <a16:creationId xmlns:a16="http://schemas.microsoft.com/office/drawing/2014/main" id="{3D7CB829-C2D5-C1A0-08E2-C975C54A260D}"/>
              </a:ext>
            </a:extLst>
          </p:cNvPr>
          <p:cNvSpPr>
            <a:spLocks noGrp="1"/>
          </p:cNvSpPr>
          <p:nvPr>
            <p:ph type="body" sz="quarter" idx="483" hasCustomPrompt="1"/>
          </p:nvPr>
        </p:nvSpPr>
        <p:spPr>
          <a:xfrm>
            <a:off x="5343570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7" name="Espaço Reservado para Texto 19">
            <a:extLst>
              <a:ext uri="{FF2B5EF4-FFF2-40B4-BE49-F238E27FC236}">
                <a16:creationId xmlns:a16="http://schemas.microsoft.com/office/drawing/2014/main" id="{45E9F0F6-C6BF-0B11-3295-8C21FFC7F47D}"/>
              </a:ext>
            </a:extLst>
          </p:cNvPr>
          <p:cNvSpPr>
            <a:spLocks noGrp="1"/>
          </p:cNvSpPr>
          <p:nvPr>
            <p:ph type="body" sz="quarter" idx="484" hasCustomPrompt="1"/>
          </p:nvPr>
        </p:nvSpPr>
        <p:spPr>
          <a:xfrm>
            <a:off x="5343570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8" name="Espaço Reservado para Texto 19">
            <a:extLst>
              <a:ext uri="{FF2B5EF4-FFF2-40B4-BE49-F238E27FC236}">
                <a16:creationId xmlns:a16="http://schemas.microsoft.com/office/drawing/2014/main" id="{463575CF-289F-2605-564C-07B48AE6B7D0}"/>
              </a:ext>
            </a:extLst>
          </p:cNvPr>
          <p:cNvSpPr>
            <a:spLocks noGrp="1"/>
          </p:cNvSpPr>
          <p:nvPr>
            <p:ph type="body" sz="quarter" idx="485" hasCustomPrompt="1"/>
          </p:nvPr>
        </p:nvSpPr>
        <p:spPr>
          <a:xfrm>
            <a:off x="5343570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69" name="Espaço Reservado para Texto 19">
            <a:extLst>
              <a:ext uri="{FF2B5EF4-FFF2-40B4-BE49-F238E27FC236}">
                <a16:creationId xmlns:a16="http://schemas.microsoft.com/office/drawing/2014/main" id="{5EEA44CC-F421-8DEF-7C6E-C4C48696889C}"/>
              </a:ext>
            </a:extLst>
          </p:cNvPr>
          <p:cNvSpPr>
            <a:spLocks noGrp="1"/>
          </p:cNvSpPr>
          <p:nvPr>
            <p:ph type="body" sz="quarter" idx="486" hasCustomPrompt="1"/>
          </p:nvPr>
        </p:nvSpPr>
        <p:spPr>
          <a:xfrm>
            <a:off x="5343570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0" name="Espaço Reservado para Texto 19">
            <a:extLst>
              <a:ext uri="{FF2B5EF4-FFF2-40B4-BE49-F238E27FC236}">
                <a16:creationId xmlns:a16="http://schemas.microsoft.com/office/drawing/2014/main" id="{D731B8A3-323A-C81E-90AC-3992984312AF}"/>
              </a:ext>
            </a:extLst>
          </p:cNvPr>
          <p:cNvSpPr>
            <a:spLocks noGrp="1"/>
          </p:cNvSpPr>
          <p:nvPr>
            <p:ph type="body" sz="quarter" idx="487" hasCustomPrompt="1"/>
          </p:nvPr>
        </p:nvSpPr>
        <p:spPr>
          <a:xfrm>
            <a:off x="5343570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1" name="Espaço Reservado para Texto 19">
            <a:extLst>
              <a:ext uri="{FF2B5EF4-FFF2-40B4-BE49-F238E27FC236}">
                <a16:creationId xmlns:a16="http://schemas.microsoft.com/office/drawing/2014/main" id="{C8DA280E-C9A8-3202-427C-7E0293AEACA6}"/>
              </a:ext>
            </a:extLst>
          </p:cNvPr>
          <p:cNvSpPr>
            <a:spLocks noGrp="1"/>
          </p:cNvSpPr>
          <p:nvPr>
            <p:ph type="body" sz="quarter" idx="488" hasCustomPrompt="1"/>
          </p:nvPr>
        </p:nvSpPr>
        <p:spPr>
          <a:xfrm>
            <a:off x="5343570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2" name="Espaço Reservado para Texto 19">
            <a:extLst>
              <a:ext uri="{FF2B5EF4-FFF2-40B4-BE49-F238E27FC236}">
                <a16:creationId xmlns:a16="http://schemas.microsoft.com/office/drawing/2014/main" id="{4DD4AAE3-05F7-586C-82F1-30893B1B806A}"/>
              </a:ext>
            </a:extLst>
          </p:cNvPr>
          <p:cNvSpPr>
            <a:spLocks noGrp="1"/>
          </p:cNvSpPr>
          <p:nvPr>
            <p:ph type="body" sz="quarter" idx="489" hasCustomPrompt="1"/>
          </p:nvPr>
        </p:nvSpPr>
        <p:spPr>
          <a:xfrm>
            <a:off x="5343570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273" name="Espaço Reservado para Texto 19">
            <a:extLst>
              <a:ext uri="{FF2B5EF4-FFF2-40B4-BE49-F238E27FC236}">
                <a16:creationId xmlns:a16="http://schemas.microsoft.com/office/drawing/2014/main" id="{3A86C49E-BFE7-0AC7-29DC-B4502175B657}"/>
              </a:ext>
            </a:extLst>
          </p:cNvPr>
          <p:cNvSpPr>
            <a:spLocks noGrp="1"/>
          </p:cNvSpPr>
          <p:nvPr>
            <p:ph type="body" sz="quarter" idx="490" hasCustomPrompt="1"/>
          </p:nvPr>
        </p:nvSpPr>
        <p:spPr>
          <a:xfrm>
            <a:off x="5366406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75" name="Espaço Reservado para Texto 19">
            <a:extLst>
              <a:ext uri="{FF2B5EF4-FFF2-40B4-BE49-F238E27FC236}">
                <a16:creationId xmlns:a16="http://schemas.microsoft.com/office/drawing/2014/main" id="{D09F6EC4-791F-CE1E-D1E5-44F4C60C77FC}"/>
              </a:ext>
            </a:extLst>
          </p:cNvPr>
          <p:cNvSpPr>
            <a:spLocks noGrp="1"/>
          </p:cNvSpPr>
          <p:nvPr>
            <p:ph type="body" sz="quarter" idx="492" hasCustomPrompt="1"/>
          </p:nvPr>
        </p:nvSpPr>
        <p:spPr>
          <a:xfrm>
            <a:off x="5784808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76" name="Espaço Reservado para Texto 19">
            <a:extLst>
              <a:ext uri="{FF2B5EF4-FFF2-40B4-BE49-F238E27FC236}">
                <a16:creationId xmlns:a16="http://schemas.microsoft.com/office/drawing/2014/main" id="{A1DD00E5-EFFE-3519-AD7F-610E74229BBC}"/>
              </a:ext>
            </a:extLst>
          </p:cNvPr>
          <p:cNvSpPr>
            <a:spLocks noGrp="1"/>
          </p:cNvSpPr>
          <p:nvPr>
            <p:ph type="body" sz="quarter" idx="493" hasCustomPrompt="1"/>
          </p:nvPr>
        </p:nvSpPr>
        <p:spPr>
          <a:xfrm>
            <a:off x="5366406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78" name="Espaço Reservado para Texto 19">
            <a:extLst>
              <a:ext uri="{FF2B5EF4-FFF2-40B4-BE49-F238E27FC236}">
                <a16:creationId xmlns:a16="http://schemas.microsoft.com/office/drawing/2014/main" id="{317EF946-C70D-3FC3-B695-9BE4A9EC2859}"/>
              </a:ext>
            </a:extLst>
          </p:cNvPr>
          <p:cNvSpPr>
            <a:spLocks noGrp="1"/>
          </p:cNvSpPr>
          <p:nvPr>
            <p:ph type="body" sz="quarter" idx="495" hasCustomPrompt="1"/>
          </p:nvPr>
        </p:nvSpPr>
        <p:spPr>
          <a:xfrm>
            <a:off x="5784808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79" name="Espaço Reservado para Texto 19">
            <a:extLst>
              <a:ext uri="{FF2B5EF4-FFF2-40B4-BE49-F238E27FC236}">
                <a16:creationId xmlns:a16="http://schemas.microsoft.com/office/drawing/2014/main" id="{B36A0FE7-0E0A-414D-44B4-2B16F0511F97}"/>
              </a:ext>
            </a:extLst>
          </p:cNvPr>
          <p:cNvSpPr>
            <a:spLocks noGrp="1"/>
          </p:cNvSpPr>
          <p:nvPr>
            <p:ph type="body" sz="quarter" idx="496" hasCustomPrompt="1"/>
          </p:nvPr>
        </p:nvSpPr>
        <p:spPr>
          <a:xfrm>
            <a:off x="5366406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1" name="Espaço Reservado para Texto 19">
            <a:extLst>
              <a:ext uri="{FF2B5EF4-FFF2-40B4-BE49-F238E27FC236}">
                <a16:creationId xmlns:a16="http://schemas.microsoft.com/office/drawing/2014/main" id="{63125208-5FFB-22A1-B68B-5E31B3A84C38}"/>
              </a:ext>
            </a:extLst>
          </p:cNvPr>
          <p:cNvSpPr>
            <a:spLocks noGrp="1"/>
          </p:cNvSpPr>
          <p:nvPr>
            <p:ph type="body" sz="quarter" idx="498" hasCustomPrompt="1"/>
          </p:nvPr>
        </p:nvSpPr>
        <p:spPr>
          <a:xfrm>
            <a:off x="5784808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2" name="Espaço Reservado para Texto 19">
            <a:extLst>
              <a:ext uri="{FF2B5EF4-FFF2-40B4-BE49-F238E27FC236}">
                <a16:creationId xmlns:a16="http://schemas.microsoft.com/office/drawing/2014/main" id="{F68BF23E-FDB0-5281-0905-679019EDD2ED}"/>
              </a:ext>
            </a:extLst>
          </p:cNvPr>
          <p:cNvSpPr>
            <a:spLocks noGrp="1"/>
          </p:cNvSpPr>
          <p:nvPr>
            <p:ph type="body" sz="quarter" idx="499" hasCustomPrompt="1"/>
          </p:nvPr>
        </p:nvSpPr>
        <p:spPr>
          <a:xfrm>
            <a:off x="5366406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4" name="Espaço Reservado para Texto 19">
            <a:extLst>
              <a:ext uri="{FF2B5EF4-FFF2-40B4-BE49-F238E27FC236}">
                <a16:creationId xmlns:a16="http://schemas.microsoft.com/office/drawing/2014/main" id="{F8ED2B14-A814-3B6F-75E2-C8E562FD8FB0}"/>
              </a:ext>
            </a:extLst>
          </p:cNvPr>
          <p:cNvSpPr>
            <a:spLocks noGrp="1"/>
          </p:cNvSpPr>
          <p:nvPr>
            <p:ph type="body" sz="quarter" idx="501" hasCustomPrompt="1"/>
          </p:nvPr>
        </p:nvSpPr>
        <p:spPr>
          <a:xfrm>
            <a:off x="5784808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5" name="Espaço Reservado para Texto 19">
            <a:extLst>
              <a:ext uri="{FF2B5EF4-FFF2-40B4-BE49-F238E27FC236}">
                <a16:creationId xmlns:a16="http://schemas.microsoft.com/office/drawing/2014/main" id="{A3D49B74-0D75-D5DF-A03F-C80D2DBCFC52}"/>
              </a:ext>
            </a:extLst>
          </p:cNvPr>
          <p:cNvSpPr>
            <a:spLocks noGrp="1"/>
          </p:cNvSpPr>
          <p:nvPr>
            <p:ph type="body" sz="quarter" idx="502" hasCustomPrompt="1"/>
          </p:nvPr>
        </p:nvSpPr>
        <p:spPr>
          <a:xfrm>
            <a:off x="5366406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87" name="Espaço Reservado para Texto 19">
            <a:extLst>
              <a:ext uri="{FF2B5EF4-FFF2-40B4-BE49-F238E27FC236}">
                <a16:creationId xmlns:a16="http://schemas.microsoft.com/office/drawing/2014/main" id="{E9A3EBFF-B112-1DC5-7842-E21C9C86A63E}"/>
              </a:ext>
            </a:extLst>
          </p:cNvPr>
          <p:cNvSpPr>
            <a:spLocks noGrp="1"/>
          </p:cNvSpPr>
          <p:nvPr>
            <p:ph type="body" sz="quarter" idx="504" hasCustomPrompt="1"/>
          </p:nvPr>
        </p:nvSpPr>
        <p:spPr>
          <a:xfrm>
            <a:off x="5784808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88" name="Espaço Reservado para Texto 19">
            <a:extLst>
              <a:ext uri="{FF2B5EF4-FFF2-40B4-BE49-F238E27FC236}">
                <a16:creationId xmlns:a16="http://schemas.microsoft.com/office/drawing/2014/main" id="{110A1A8B-2C7E-8735-C500-3104A554C579}"/>
              </a:ext>
            </a:extLst>
          </p:cNvPr>
          <p:cNvSpPr>
            <a:spLocks noGrp="1"/>
          </p:cNvSpPr>
          <p:nvPr>
            <p:ph type="body" sz="quarter" idx="505" hasCustomPrompt="1"/>
          </p:nvPr>
        </p:nvSpPr>
        <p:spPr>
          <a:xfrm>
            <a:off x="5366406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0" name="Espaço Reservado para Texto 19">
            <a:extLst>
              <a:ext uri="{FF2B5EF4-FFF2-40B4-BE49-F238E27FC236}">
                <a16:creationId xmlns:a16="http://schemas.microsoft.com/office/drawing/2014/main" id="{5B61A220-217B-6E66-DD71-896E36587000}"/>
              </a:ext>
            </a:extLst>
          </p:cNvPr>
          <p:cNvSpPr>
            <a:spLocks noGrp="1"/>
          </p:cNvSpPr>
          <p:nvPr>
            <p:ph type="body" sz="quarter" idx="507" hasCustomPrompt="1"/>
          </p:nvPr>
        </p:nvSpPr>
        <p:spPr>
          <a:xfrm>
            <a:off x="5784808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1" name="Espaço Reservado para Texto 19">
            <a:extLst>
              <a:ext uri="{FF2B5EF4-FFF2-40B4-BE49-F238E27FC236}">
                <a16:creationId xmlns:a16="http://schemas.microsoft.com/office/drawing/2014/main" id="{D018879F-B082-EF27-3AF2-1F95E4452518}"/>
              </a:ext>
            </a:extLst>
          </p:cNvPr>
          <p:cNvSpPr>
            <a:spLocks noGrp="1"/>
          </p:cNvSpPr>
          <p:nvPr>
            <p:ph type="body" sz="quarter" idx="508" hasCustomPrompt="1"/>
          </p:nvPr>
        </p:nvSpPr>
        <p:spPr>
          <a:xfrm>
            <a:off x="5366406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3" name="Espaço Reservado para Texto 19">
            <a:extLst>
              <a:ext uri="{FF2B5EF4-FFF2-40B4-BE49-F238E27FC236}">
                <a16:creationId xmlns:a16="http://schemas.microsoft.com/office/drawing/2014/main" id="{9AA8EB18-98D1-CF47-73AD-8A14FA8998F5}"/>
              </a:ext>
            </a:extLst>
          </p:cNvPr>
          <p:cNvSpPr>
            <a:spLocks noGrp="1"/>
          </p:cNvSpPr>
          <p:nvPr>
            <p:ph type="body" sz="quarter" idx="510" hasCustomPrompt="1"/>
          </p:nvPr>
        </p:nvSpPr>
        <p:spPr>
          <a:xfrm>
            <a:off x="5784808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4" name="Espaço Reservado para Texto 19">
            <a:extLst>
              <a:ext uri="{FF2B5EF4-FFF2-40B4-BE49-F238E27FC236}">
                <a16:creationId xmlns:a16="http://schemas.microsoft.com/office/drawing/2014/main" id="{105A5AA8-CC5B-B095-3C82-03D259528F15}"/>
              </a:ext>
            </a:extLst>
          </p:cNvPr>
          <p:cNvSpPr>
            <a:spLocks noGrp="1"/>
          </p:cNvSpPr>
          <p:nvPr>
            <p:ph type="body" sz="quarter" idx="511" hasCustomPrompt="1"/>
          </p:nvPr>
        </p:nvSpPr>
        <p:spPr>
          <a:xfrm>
            <a:off x="5366406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6" name="Espaço Reservado para Texto 19">
            <a:extLst>
              <a:ext uri="{FF2B5EF4-FFF2-40B4-BE49-F238E27FC236}">
                <a16:creationId xmlns:a16="http://schemas.microsoft.com/office/drawing/2014/main" id="{0A7A4322-45E8-2526-2354-DC3A03925762}"/>
              </a:ext>
            </a:extLst>
          </p:cNvPr>
          <p:cNvSpPr>
            <a:spLocks noGrp="1"/>
          </p:cNvSpPr>
          <p:nvPr>
            <p:ph type="body" sz="quarter" idx="513" hasCustomPrompt="1"/>
          </p:nvPr>
        </p:nvSpPr>
        <p:spPr>
          <a:xfrm>
            <a:off x="5784808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97" name="Espaço Reservado para Texto 19">
            <a:extLst>
              <a:ext uri="{FF2B5EF4-FFF2-40B4-BE49-F238E27FC236}">
                <a16:creationId xmlns:a16="http://schemas.microsoft.com/office/drawing/2014/main" id="{ED8075C7-E070-C1B1-F2AD-463E81358F8B}"/>
              </a:ext>
            </a:extLst>
          </p:cNvPr>
          <p:cNvSpPr>
            <a:spLocks noGrp="1"/>
          </p:cNvSpPr>
          <p:nvPr>
            <p:ph type="body" sz="quarter" idx="514" hasCustomPrompt="1"/>
          </p:nvPr>
        </p:nvSpPr>
        <p:spPr>
          <a:xfrm>
            <a:off x="5366406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299" name="Espaço Reservado para Texto 19">
            <a:extLst>
              <a:ext uri="{FF2B5EF4-FFF2-40B4-BE49-F238E27FC236}">
                <a16:creationId xmlns:a16="http://schemas.microsoft.com/office/drawing/2014/main" id="{AE31146F-ED10-3CBC-A6F4-F670C1DF0A0C}"/>
              </a:ext>
            </a:extLst>
          </p:cNvPr>
          <p:cNvSpPr>
            <a:spLocks noGrp="1"/>
          </p:cNvSpPr>
          <p:nvPr>
            <p:ph type="body" sz="quarter" idx="516" hasCustomPrompt="1"/>
          </p:nvPr>
        </p:nvSpPr>
        <p:spPr>
          <a:xfrm>
            <a:off x="5784808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00" name="Espaço Reservado para Texto 19">
            <a:extLst>
              <a:ext uri="{FF2B5EF4-FFF2-40B4-BE49-F238E27FC236}">
                <a16:creationId xmlns:a16="http://schemas.microsoft.com/office/drawing/2014/main" id="{00E5B312-B723-84E0-059C-AB3A68B4987F}"/>
              </a:ext>
            </a:extLst>
          </p:cNvPr>
          <p:cNvSpPr>
            <a:spLocks noGrp="1"/>
          </p:cNvSpPr>
          <p:nvPr>
            <p:ph type="body" sz="quarter" idx="517" hasCustomPrompt="1"/>
          </p:nvPr>
        </p:nvSpPr>
        <p:spPr>
          <a:xfrm>
            <a:off x="5366406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02" name="Espaço Reservado para Texto 19">
            <a:extLst>
              <a:ext uri="{FF2B5EF4-FFF2-40B4-BE49-F238E27FC236}">
                <a16:creationId xmlns:a16="http://schemas.microsoft.com/office/drawing/2014/main" id="{23F90415-B4C5-335D-AAEA-17A466BE2C31}"/>
              </a:ext>
            </a:extLst>
          </p:cNvPr>
          <p:cNvSpPr>
            <a:spLocks noGrp="1"/>
          </p:cNvSpPr>
          <p:nvPr>
            <p:ph type="body" sz="quarter" idx="519" hasCustomPrompt="1"/>
          </p:nvPr>
        </p:nvSpPr>
        <p:spPr>
          <a:xfrm>
            <a:off x="5784808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03" name="Espaço Reservado para Texto 19">
            <a:extLst>
              <a:ext uri="{FF2B5EF4-FFF2-40B4-BE49-F238E27FC236}">
                <a16:creationId xmlns:a16="http://schemas.microsoft.com/office/drawing/2014/main" id="{89B24AA3-8308-24F3-7476-CA3E319F670D}"/>
              </a:ext>
            </a:extLst>
          </p:cNvPr>
          <p:cNvSpPr>
            <a:spLocks noGrp="1"/>
          </p:cNvSpPr>
          <p:nvPr>
            <p:ph type="body" sz="quarter" idx="520" hasCustomPrompt="1"/>
          </p:nvPr>
        </p:nvSpPr>
        <p:spPr>
          <a:xfrm>
            <a:off x="7500874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4" name="Espaço Reservado para Texto 19">
            <a:extLst>
              <a:ext uri="{FF2B5EF4-FFF2-40B4-BE49-F238E27FC236}">
                <a16:creationId xmlns:a16="http://schemas.microsoft.com/office/drawing/2014/main" id="{50493D8F-6267-1A88-04B8-B6C899FDA16B}"/>
              </a:ext>
            </a:extLst>
          </p:cNvPr>
          <p:cNvSpPr>
            <a:spLocks noGrp="1"/>
          </p:cNvSpPr>
          <p:nvPr>
            <p:ph type="body" sz="quarter" idx="521" hasCustomPrompt="1"/>
          </p:nvPr>
        </p:nvSpPr>
        <p:spPr>
          <a:xfrm>
            <a:off x="7500874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5" name="Espaço Reservado para Texto 19">
            <a:extLst>
              <a:ext uri="{FF2B5EF4-FFF2-40B4-BE49-F238E27FC236}">
                <a16:creationId xmlns:a16="http://schemas.microsoft.com/office/drawing/2014/main" id="{E6D8254C-9709-D0B3-D63E-68B1D9B3E620}"/>
              </a:ext>
            </a:extLst>
          </p:cNvPr>
          <p:cNvSpPr>
            <a:spLocks noGrp="1"/>
          </p:cNvSpPr>
          <p:nvPr>
            <p:ph type="body" sz="quarter" idx="522" hasCustomPrompt="1"/>
          </p:nvPr>
        </p:nvSpPr>
        <p:spPr>
          <a:xfrm>
            <a:off x="7500874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6" name="Espaço Reservado para Texto 19">
            <a:extLst>
              <a:ext uri="{FF2B5EF4-FFF2-40B4-BE49-F238E27FC236}">
                <a16:creationId xmlns:a16="http://schemas.microsoft.com/office/drawing/2014/main" id="{74B4B2ED-C7F1-116C-456F-DCB014CA78CC}"/>
              </a:ext>
            </a:extLst>
          </p:cNvPr>
          <p:cNvSpPr>
            <a:spLocks noGrp="1"/>
          </p:cNvSpPr>
          <p:nvPr>
            <p:ph type="body" sz="quarter" idx="523" hasCustomPrompt="1"/>
          </p:nvPr>
        </p:nvSpPr>
        <p:spPr>
          <a:xfrm>
            <a:off x="7500874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7" name="Espaço Reservado para Texto 19">
            <a:extLst>
              <a:ext uri="{FF2B5EF4-FFF2-40B4-BE49-F238E27FC236}">
                <a16:creationId xmlns:a16="http://schemas.microsoft.com/office/drawing/2014/main" id="{4597710B-01AE-AD45-5478-A21F47A3C03E}"/>
              </a:ext>
            </a:extLst>
          </p:cNvPr>
          <p:cNvSpPr>
            <a:spLocks noGrp="1"/>
          </p:cNvSpPr>
          <p:nvPr>
            <p:ph type="body" sz="quarter" idx="524" hasCustomPrompt="1"/>
          </p:nvPr>
        </p:nvSpPr>
        <p:spPr>
          <a:xfrm>
            <a:off x="7500874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8" name="Espaço Reservado para Texto 19">
            <a:extLst>
              <a:ext uri="{FF2B5EF4-FFF2-40B4-BE49-F238E27FC236}">
                <a16:creationId xmlns:a16="http://schemas.microsoft.com/office/drawing/2014/main" id="{07BD0147-0CBD-B474-1129-F36165DF0B59}"/>
              </a:ext>
            </a:extLst>
          </p:cNvPr>
          <p:cNvSpPr>
            <a:spLocks noGrp="1"/>
          </p:cNvSpPr>
          <p:nvPr>
            <p:ph type="body" sz="quarter" idx="525" hasCustomPrompt="1"/>
          </p:nvPr>
        </p:nvSpPr>
        <p:spPr>
          <a:xfrm>
            <a:off x="7500874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09" name="Espaço Reservado para Texto 19">
            <a:extLst>
              <a:ext uri="{FF2B5EF4-FFF2-40B4-BE49-F238E27FC236}">
                <a16:creationId xmlns:a16="http://schemas.microsoft.com/office/drawing/2014/main" id="{E02EB8C6-4346-533D-2394-ECED2D598CD0}"/>
              </a:ext>
            </a:extLst>
          </p:cNvPr>
          <p:cNvSpPr>
            <a:spLocks noGrp="1"/>
          </p:cNvSpPr>
          <p:nvPr>
            <p:ph type="body" sz="quarter" idx="526" hasCustomPrompt="1"/>
          </p:nvPr>
        </p:nvSpPr>
        <p:spPr>
          <a:xfrm>
            <a:off x="7500874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0" name="Espaço Reservado para Texto 19">
            <a:extLst>
              <a:ext uri="{FF2B5EF4-FFF2-40B4-BE49-F238E27FC236}">
                <a16:creationId xmlns:a16="http://schemas.microsoft.com/office/drawing/2014/main" id="{8725A38E-18CD-FF22-EC5E-514C5F2AE955}"/>
              </a:ext>
            </a:extLst>
          </p:cNvPr>
          <p:cNvSpPr>
            <a:spLocks noGrp="1"/>
          </p:cNvSpPr>
          <p:nvPr>
            <p:ph type="body" sz="quarter" idx="527" hasCustomPrompt="1"/>
          </p:nvPr>
        </p:nvSpPr>
        <p:spPr>
          <a:xfrm>
            <a:off x="7500874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1" name="Espaço Reservado para Texto 19">
            <a:extLst>
              <a:ext uri="{FF2B5EF4-FFF2-40B4-BE49-F238E27FC236}">
                <a16:creationId xmlns:a16="http://schemas.microsoft.com/office/drawing/2014/main" id="{46400704-CF1F-21EB-EC7B-10D0DE3CEAAE}"/>
              </a:ext>
            </a:extLst>
          </p:cNvPr>
          <p:cNvSpPr>
            <a:spLocks noGrp="1"/>
          </p:cNvSpPr>
          <p:nvPr>
            <p:ph type="body" sz="quarter" idx="528" hasCustomPrompt="1"/>
          </p:nvPr>
        </p:nvSpPr>
        <p:spPr>
          <a:xfrm>
            <a:off x="7500874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2" name="Espaço Reservado para Texto 19">
            <a:extLst>
              <a:ext uri="{FF2B5EF4-FFF2-40B4-BE49-F238E27FC236}">
                <a16:creationId xmlns:a16="http://schemas.microsoft.com/office/drawing/2014/main" id="{DCC2C535-DB35-D394-F6C7-F55FBCB3FBA1}"/>
              </a:ext>
            </a:extLst>
          </p:cNvPr>
          <p:cNvSpPr>
            <a:spLocks noGrp="1"/>
          </p:cNvSpPr>
          <p:nvPr>
            <p:ph type="body" sz="quarter" idx="529" hasCustomPrompt="1"/>
          </p:nvPr>
        </p:nvSpPr>
        <p:spPr>
          <a:xfrm>
            <a:off x="7500874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13" name="Espaço Reservado para Texto 19">
            <a:extLst>
              <a:ext uri="{FF2B5EF4-FFF2-40B4-BE49-F238E27FC236}">
                <a16:creationId xmlns:a16="http://schemas.microsoft.com/office/drawing/2014/main" id="{27627FCD-3153-D139-F2FC-23A3B638691A}"/>
              </a:ext>
            </a:extLst>
          </p:cNvPr>
          <p:cNvSpPr>
            <a:spLocks noGrp="1"/>
          </p:cNvSpPr>
          <p:nvPr>
            <p:ph type="body" sz="quarter" idx="530" hasCustomPrompt="1"/>
          </p:nvPr>
        </p:nvSpPr>
        <p:spPr>
          <a:xfrm>
            <a:off x="7523710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15" name="Espaço Reservado para Texto 19">
            <a:extLst>
              <a:ext uri="{FF2B5EF4-FFF2-40B4-BE49-F238E27FC236}">
                <a16:creationId xmlns:a16="http://schemas.microsoft.com/office/drawing/2014/main" id="{F268AEA5-8347-7497-FA80-C3C9C84BE2C4}"/>
              </a:ext>
            </a:extLst>
          </p:cNvPr>
          <p:cNvSpPr>
            <a:spLocks noGrp="1"/>
          </p:cNvSpPr>
          <p:nvPr>
            <p:ph type="body" sz="quarter" idx="532" hasCustomPrompt="1"/>
          </p:nvPr>
        </p:nvSpPr>
        <p:spPr>
          <a:xfrm>
            <a:off x="7942112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16" name="Espaço Reservado para Texto 19">
            <a:extLst>
              <a:ext uri="{FF2B5EF4-FFF2-40B4-BE49-F238E27FC236}">
                <a16:creationId xmlns:a16="http://schemas.microsoft.com/office/drawing/2014/main" id="{8B78AC67-45AF-D2C1-6BF2-BDEE19FBAE29}"/>
              </a:ext>
            </a:extLst>
          </p:cNvPr>
          <p:cNvSpPr>
            <a:spLocks noGrp="1"/>
          </p:cNvSpPr>
          <p:nvPr>
            <p:ph type="body" sz="quarter" idx="533" hasCustomPrompt="1"/>
          </p:nvPr>
        </p:nvSpPr>
        <p:spPr>
          <a:xfrm>
            <a:off x="7523710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18" name="Espaço Reservado para Texto 19">
            <a:extLst>
              <a:ext uri="{FF2B5EF4-FFF2-40B4-BE49-F238E27FC236}">
                <a16:creationId xmlns:a16="http://schemas.microsoft.com/office/drawing/2014/main" id="{5BF8FB0E-D8C9-8858-0B6F-449C9E0075FB}"/>
              </a:ext>
            </a:extLst>
          </p:cNvPr>
          <p:cNvSpPr>
            <a:spLocks noGrp="1"/>
          </p:cNvSpPr>
          <p:nvPr>
            <p:ph type="body" sz="quarter" idx="535" hasCustomPrompt="1"/>
          </p:nvPr>
        </p:nvSpPr>
        <p:spPr>
          <a:xfrm>
            <a:off x="7942112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19" name="Espaço Reservado para Texto 19">
            <a:extLst>
              <a:ext uri="{FF2B5EF4-FFF2-40B4-BE49-F238E27FC236}">
                <a16:creationId xmlns:a16="http://schemas.microsoft.com/office/drawing/2014/main" id="{27803F68-4B7F-24C1-34D0-A42B05CB73EF}"/>
              </a:ext>
            </a:extLst>
          </p:cNvPr>
          <p:cNvSpPr>
            <a:spLocks noGrp="1"/>
          </p:cNvSpPr>
          <p:nvPr>
            <p:ph type="body" sz="quarter" idx="536" hasCustomPrompt="1"/>
          </p:nvPr>
        </p:nvSpPr>
        <p:spPr>
          <a:xfrm>
            <a:off x="7523710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1" name="Espaço Reservado para Texto 19">
            <a:extLst>
              <a:ext uri="{FF2B5EF4-FFF2-40B4-BE49-F238E27FC236}">
                <a16:creationId xmlns:a16="http://schemas.microsoft.com/office/drawing/2014/main" id="{7614C1DC-327E-B991-BCF4-294D59B2E7E5}"/>
              </a:ext>
            </a:extLst>
          </p:cNvPr>
          <p:cNvSpPr>
            <a:spLocks noGrp="1"/>
          </p:cNvSpPr>
          <p:nvPr>
            <p:ph type="body" sz="quarter" idx="538" hasCustomPrompt="1"/>
          </p:nvPr>
        </p:nvSpPr>
        <p:spPr>
          <a:xfrm>
            <a:off x="7942112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2" name="Espaço Reservado para Texto 19">
            <a:extLst>
              <a:ext uri="{FF2B5EF4-FFF2-40B4-BE49-F238E27FC236}">
                <a16:creationId xmlns:a16="http://schemas.microsoft.com/office/drawing/2014/main" id="{12A7518F-F389-2472-99CA-BFABF90288E0}"/>
              </a:ext>
            </a:extLst>
          </p:cNvPr>
          <p:cNvSpPr>
            <a:spLocks noGrp="1"/>
          </p:cNvSpPr>
          <p:nvPr>
            <p:ph type="body" sz="quarter" idx="539" hasCustomPrompt="1"/>
          </p:nvPr>
        </p:nvSpPr>
        <p:spPr>
          <a:xfrm>
            <a:off x="7523710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4" name="Espaço Reservado para Texto 19">
            <a:extLst>
              <a:ext uri="{FF2B5EF4-FFF2-40B4-BE49-F238E27FC236}">
                <a16:creationId xmlns:a16="http://schemas.microsoft.com/office/drawing/2014/main" id="{D445D6BE-F7A8-6F6B-D882-0D2C5591887D}"/>
              </a:ext>
            </a:extLst>
          </p:cNvPr>
          <p:cNvSpPr>
            <a:spLocks noGrp="1"/>
          </p:cNvSpPr>
          <p:nvPr>
            <p:ph type="body" sz="quarter" idx="541" hasCustomPrompt="1"/>
          </p:nvPr>
        </p:nvSpPr>
        <p:spPr>
          <a:xfrm>
            <a:off x="7942112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5" name="Espaço Reservado para Texto 19">
            <a:extLst>
              <a:ext uri="{FF2B5EF4-FFF2-40B4-BE49-F238E27FC236}">
                <a16:creationId xmlns:a16="http://schemas.microsoft.com/office/drawing/2014/main" id="{ED2DE4C8-0B6D-F8BB-A65E-24A6A5A169FF}"/>
              </a:ext>
            </a:extLst>
          </p:cNvPr>
          <p:cNvSpPr>
            <a:spLocks noGrp="1"/>
          </p:cNvSpPr>
          <p:nvPr>
            <p:ph type="body" sz="quarter" idx="542" hasCustomPrompt="1"/>
          </p:nvPr>
        </p:nvSpPr>
        <p:spPr>
          <a:xfrm>
            <a:off x="7523710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27" name="Espaço Reservado para Texto 19">
            <a:extLst>
              <a:ext uri="{FF2B5EF4-FFF2-40B4-BE49-F238E27FC236}">
                <a16:creationId xmlns:a16="http://schemas.microsoft.com/office/drawing/2014/main" id="{594FC926-04ED-18D3-AB4E-27F69170C05B}"/>
              </a:ext>
            </a:extLst>
          </p:cNvPr>
          <p:cNvSpPr>
            <a:spLocks noGrp="1"/>
          </p:cNvSpPr>
          <p:nvPr>
            <p:ph type="body" sz="quarter" idx="544" hasCustomPrompt="1"/>
          </p:nvPr>
        </p:nvSpPr>
        <p:spPr>
          <a:xfrm>
            <a:off x="7942112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28" name="Espaço Reservado para Texto 19">
            <a:extLst>
              <a:ext uri="{FF2B5EF4-FFF2-40B4-BE49-F238E27FC236}">
                <a16:creationId xmlns:a16="http://schemas.microsoft.com/office/drawing/2014/main" id="{712335C5-F6B7-96DB-9579-853302D7E035}"/>
              </a:ext>
            </a:extLst>
          </p:cNvPr>
          <p:cNvSpPr>
            <a:spLocks noGrp="1"/>
          </p:cNvSpPr>
          <p:nvPr>
            <p:ph type="body" sz="quarter" idx="545" hasCustomPrompt="1"/>
          </p:nvPr>
        </p:nvSpPr>
        <p:spPr>
          <a:xfrm>
            <a:off x="7523710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0" name="Espaço Reservado para Texto 19">
            <a:extLst>
              <a:ext uri="{FF2B5EF4-FFF2-40B4-BE49-F238E27FC236}">
                <a16:creationId xmlns:a16="http://schemas.microsoft.com/office/drawing/2014/main" id="{BCCB14A7-4ED3-3F0F-ED8F-C3B2A52CD117}"/>
              </a:ext>
            </a:extLst>
          </p:cNvPr>
          <p:cNvSpPr>
            <a:spLocks noGrp="1"/>
          </p:cNvSpPr>
          <p:nvPr>
            <p:ph type="body" sz="quarter" idx="547" hasCustomPrompt="1"/>
          </p:nvPr>
        </p:nvSpPr>
        <p:spPr>
          <a:xfrm>
            <a:off x="7942112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1" name="Espaço Reservado para Texto 19">
            <a:extLst>
              <a:ext uri="{FF2B5EF4-FFF2-40B4-BE49-F238E27FC236}">
                <a16:creationId xmlns:a16="http://schemas.microsoft.com/office/drawing/2014/main" id="{E3FC9155-C6A6-F958-FF08-88C484243B29}"/>
              </a:ext>
            </a:extLst>
          </p:cNvPr>
          <p:cNvSpPr>
            <a:spLocks noGrp="1"/>
          </p:cNvSpPr>
          <p:nvPr>
            <p:ph type="body" sz="quarter" idx="548" hasCustomPrompt="1"/>
          </p:nvPr>
        </p:nvSpPr>
        <p:spPr>
          <a:xfrm>
            <a:off x="7523710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3" name="Espaço Reservado para Texto 19">
            <a:extLst>
              <a:ext uri="{FF2B5EF4-FFF2-40B4-BE49-F238E27FC236}">
                <a16:creationId xmlns:a16="http://schemas.microsoft.com/office/drawing/2014/main" id="{551E420E-7A88-3439-9A08-4B07C764478F}"/>
              </a:ext>
            </a:extLst>
          </p:cNvPr>
          <p:cNvSpPr>
            <a:spLocks noGrp="1"/>
          </p:cNvSpPr>
          <p:nvPr>
            <p:ph type="body" sz="quarter" idx="550" hasCustomPrompt="1"/>
          </p:nvPr>
        </p:nvSpPr>
        <p:spPr>
          <a:xfrm>
            <a:off x="7942112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4" name="Espaço Reservado para Texto 19">
            <a:extLst>
              <a:ext uri="{FF2B5EF4-FFF2-40B4-BE49-F238E27FC236}">
                <a16:creationId xmlns:a16="http://schemas.microsoft.com/office/drawing/2014/main" id="{8B0C5DAF-3ADF-2016-D481-8DB17066801E}"/>
              </a:ext>
            </a:extLst>
          </p:cNvPr>
          <p:cNvSpPr>
            <a:spLocks noGrp="1"/>
          </p:cNvSpPr>
          <p:nvPr>
            <p:ph type="body" sz="quarter" idx="551" hasCustomPrompt="1"/>
          </p:nvPr>
        </p:nvSpPr>
        <p:spPr>
          <a:xfrm>
            <a:off x="7523710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6" name="Espaço Reservado para Texto 19">
            <a:extLst>
              <a:ext uri="{FF2B5EF4-FFF2-40B4-BE49-F238E27FC236}">
                <a16:creationId xmlns:a16="http://schemas.microsoft.com/office/drawing/2014/main" id="{0DE54413-8D62-FEBA-7F96-4838D8633BCA}"/>
              </a:ext>
            </a:extLst>
          </p:cNvPr>
          <p:cNvSpPr>
            <a:spLocks noGrp="1"/>
          </p:cNvSpPr>
          <p:nvPr>
            <p:ph type="body" sz="quarter" idx="553" hasCustomPrompt="1"/>
          </p:nvPr>
        </p:nvSpPr>
        <p:spPr>
          <a:xfrm>
            <a:off x="7942112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37" name="Espaço Reservado para Texto 19">
            <a:extLst>
              <a:ext uri="{FF2B5EF4-FFF2-40B4-BE49-F238E27FC236}">
                <a16:creationId xmlns:a16="http://schemas.microsoft.com/office/drawing/2014/main" id="{26454D4C-BD06-AF25-1F00-546E5919DADD}"/>
              </a:ext>
            </a:extLst>
          </p:cNvPr>
          <p:cNvSpPr>
            <a:spLocks noGrp="1"/>
          </p:cNvSpPr>
          <p:nvPr>
            <p:ph type="body" sz="quarter" idx="554" hasCustomPrompt="1"/>
          </p:nvPr>
        </p:nvSpPr>
        <p:spPr>
          <a:xfrm>
            <a:off x="7523710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39" name="Espaço Reservado para Texto 19">
            <a:extLst>
              <a:ext uri="{FF2B5EF4-FFF2-40B4-BE49-F238E27FC236}">
                <a16:creationId xmlns:a16="http://schemas.microsoft.com/office/drawing/2014/main" id="{485C9144-505E-5F59-D456-05EED9F1797A}"/>
              </a:ext>
            </a:extLst>
          </p:cNvPr>
          <p:cNvSpPr>
            <a:spLocks noGrp="1"/>
          </p:cNvSpPr>
          <p:nvPr>
            <p:ph type="body" sz="quarter" idx="556" hasCustomPrompt="1"/>
          </p:nvPr>
        </p:nvSpPr>
        <p:spPr>
          <a:xfrm>
            <a:off x="7942112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40" name="Espaço Reservado para Texto 19">
            <a:extLst>
              <a:ext uri="{FF2B5EF4-FFF2-40B4-BE49-F238E27FC236}">
                <a16:creationId xmlns:a16="http://schemas.microsoft.com/office/drawing/2014/main" id="{622CBD66-D060-F684-C664-D6AF3BC4517D}"/>
              </a:ext>
            </a:extLst>
          </p:cNvPr>
          <p:cNvSpPr>
            <a:spLocks noGrp="1"/>
          </p:cNvSpPr>
          <p:nvPr>
            <p:ph type="body" sz="quarter" idx="557" hasCustomPrompt="1"/>
          </p:nvPr>
        </p:nvSpPr>
        <p:spPr>
          <a:xfrm>
            <a:off x="7523710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42" name="Espaço Reservado para Texto 19">
            <a:extLst>
              <a:ext uri="{FF2B5EF4-FFF2-40B4-BE49-F238E27FC236}">
                <a16:creationId xmlns:a16="http://schemas.microsoft.com/office/drawing/2014/main" id="{F8C1FCAC-DAF4-B130-02E6-A78DF7863BE5}"/>
              </a:ext>
            </a:extLst>
          </p:cNvPr>
          <p:cNvSpPr>
            <a:spLocks noGrp="1"/>
          </p:cNvSpPr>
          <p:nvPr>
            <p:ph type="body" sz="quarter" idx="559" hasCustomPrompt="1"/>
          </p:nvPr>
        </p:nvSpPr>
        <p:spPr>
          <a:xfrm>
            <a:off x="7942112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43" name="Espaço Reservado para Texto 19">
            <a:extLst>
              <a:ext uri="{FF2B5EF4-FFF2-40B4-BE49-F238E27FC236}">
                <a16:creationId xmlns:a16="http://schemas.microsoft.com/office/drawing/2014/main" id="{8B65B3B2-83B2-3776-4CAB-62050A2B6529}"/>
              </a:ext>
            </a:extLst>
          </p:cNvPr>
          <p:cNvSpPr>
            <a:spLocks noGrp="1"/>
          </p:cNvSpPr>
          <p:nvPr>
            <p:ph type="body" sz="quarter" idx="560" hasCustomPrompt="1"/>
          </p:nvPr>
        </p:nvSpPr>
        <p:spPr>
          <a:xfrm>
            <a:off x="9658178" y="1966790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4" name="Espaço Reservado para Texto 19">
            <a:extLst>
              <a:ext uri="{FF2B5EF4-FFF2-40B4-BE49-F238E27FC236}">
                <a16:creationId xmlns:a16="http://schemas.microsoft.com/office/drawing/2014/main" id="{A0DA23E4-234C-8B03-7464-A14FE711B29B}"/>
              </a:ext>
            </a:extLst>
          </p:cNvPr>
          <p:cNvSpPr>
            <a:spLocks noGrp="1"/>
          </p:cNvSpPr>
          <p:nvPr>
            <p:ph type="body" sz="quarter" idx="561" hasCustomPrompt="1"/>
          </p:nvPr>
        </p:nvSpPr>
        <p:spPr>
          <a:xfrm>
            <a:off x="9658178" y="2502591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5" name="Espaço Reservado para Texto 19">
            <a:extLst>
              <a:ext uri="{FF2B5EF4-FFF2-40B4-BE49-F238E27FC236}">
                <a16:creationId xmlns:a16="http://schemas.microsoft.com/office/drawing/2014/main" id="{9F352C34-471D-2780-2753-FBCF0CBE4851}"/>
              </a:ext>
            </a:extLst>
          </p:cNvPr>
          <p:cNvSpPr>
            <a:spLocks noGrp="1"/>
          </p:cNvSpPr>
          <p:nvPr>
            <p:ph type="body" sz="quarter" idx="562" hasCustomPrompt="1"/>
          </p:nvPr>
        </p:nvSpPr>
        <p:spPr>
          <a:xfrm>
            <a:off x="9658178" y="3038392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6" name="Espaço Reservado para Texto 19">
            <a:extLst>
              <a:ext uri="{FF2B5EF4-FFF2-40B4-BE49-F238E27FC236}">
                <a16:creationId xmlns:a16="http://schemas.microsoft.com/office/drawing/2014/main" id="{14E78B46-00F9-6425-16DE-2A9BE5E6BC1B}"/>
              </a:ext>
            </a:extLst>
          </p:cNvPr>
          <p:cNvSpPr>
            <a:spLocks noGrp="1"/>
          </p:cNvSpPr>
          <p:nvPr>
            <p:ph type="body" sz="quarter" idx="563" hasCustomPrompt="1"/>
          </p:nvPr>
        </p:nvSpPr>
        <p:spPr>
          <a:xfrm>
            <a:off x="9658178" y="3574193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7" name="Espaço Reservado para Texto 19">
            <a:extLst>
              <a:ext uri="{FF2B5EF4-FFF2-40B4-BE49-F238E27FC236}">
                <a16:creationId xmlns:a16="http://schemas.microsoft.com/office/drawing/2014/main" id="{8A9D30C3-678E-AE76-56D3-5C8BDFDC3005}"/>
              </a:ext>
            </a:extLst>
          </p:cNvPr>
          <p:cNvSpPr>
            <a:spLocks noGrp="1"/>
          </p:cNvSpPr>
          <p:nvPr>
            <p:ph type="body" sz="quarter" idx="564" hasCustomPrompt="1"/>
          </p:nvPr>
        </p:nvSpPr>
        <p:spPr>
          <a:xfrm>
            <a:off x="9658178" y="4109994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8" name="Espaço Reservado para Texto 19">
            <a:extLst>
              <a:ext uri="{FF2B5EF4-FFF2-40B4-BE49-F238E27FC236}">
                <a16:creationId xmlns:a16="http://schemas.microsoft.com/office/drawing/2014/main" id="{0CA5652B-0D18-AB24-FE7D-13CAC61902D2}"/>
              </a:ext>
            </a:extLst>
          </p:cNvPr>
          <p:cNvSpPr>
            <a:spLocks noGrp="1"/>
          </p:cNvSpPr>
          <p:nvPr>
            <p:ph type="body" sz="quarter" idx="565" hasCustomPrompt="1"/>
          </p:nvPr>
        </p:nvSpPr>
        <p:spPr>
          <a:xfrm>
            <a:off x="9658178" y="46457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49" name="Espaço Reservado para Texto 19">
            <a:extLst>
              <a:ext uri="{FF2B5EF4-FFF2-40B4-BE49-F238E27FC236}">
                <a16:creationId xmlns:a16="http://schemas.microsoft.com/office/drawing/2014/main" id="{279CB54B-B085-78D6-0BB0-B4F67AC7157D}"/>
              </a:ext>
            </a:extLst>
          </p:cNvPr>
          <p:cNvSpPr>
            <a:spLocks noGrp="1"/>
          </p:cNvSpPr>
          <p:nvPr>
            <p:ph type="body" sz="quarter" idx="566" hasCustomPrompt="1"/>
          </p:nvPr>
        </p:nvSpPr>
        <p:spPr>
          <a:xfrm>
            <a:off x="9658178" y="5181596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0" name="Espaço Reservado para Texto 19">
            <a:extLst>
              <a:ext uri="{FF2B5EF4-FFF2-40B4-BE49-F238E27FC236}">
                <a16:creationId xmlns:a16="http://schemas.microsoft.com/office/drawing/2014/main" id="{E0D37DCB-2A8F-CC07-FDA4-EE246999D832}"/>
              </a:ext>
            </a:extLst>
          </p:cNvPr>
          <p:cNvSpPr>
            <a:spLocks noGrp="1"/>
          </p:cNvSpPr>
          <p:nvPr>
            <p:ph type="body" sz="quarter" idx="567" hasCustomPrompt="1"/>
          </p:nvPr>
        </p:nvSpPr>
        <p:spPr>
          <a:xfrm>
            <a:off x="9658178" y="5717397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1" name="Espaço Reservado para Texto 19">
            <a:extLst>
              <a:ext uri="{FF2B5EF4-FFF2-40B4-BE49-F238E27FC236}">
                <a16:creationId xmlns:a16="http://schemas.microsoft.com/office/drawing/2014/main" id="{FBDBEF26-B20C-234C-11AD-5766AC7BDA16}"/>
              </a:ext>
            </a:extLst>
          </p:cNvPr>
          <p:cNvSpPr>
            <a:spLocks noGrp="1"/>
          </p:cNvSpPr>
          <p:nvPr>
            <p:ph type="body" sz="quarter" idx="568" hasCustomPrompt="1"/>
          </p:nvPr>
        </p:nvSpPr>
        <p:spPr>
          <a:xfrm>
            <a:off x="9658178" y="6253195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2" name="Espaço Reservado para Texto 19">
            <a:extLst>
              <a:ext uri="{FF2B5EF4-FFF2-40B4-BE49-F238E27FC236}">
                <a16:creationId xmlns:a16="http://schemas.microsoft.com/office/drawing/2014/main" id="{FD1254B2-893D-9C68-589D-939DC408120C}"/>
              </a:ext>
            </a:extLst>
          </p:cNvPr>
          <p:cNvSpPr>
            <a:spLocks noGrp="1"/>
          </p:cNvSpPr>
          <p:nvPr>
            <p:ph type="body" sz="quarter" idx="569" hasCustomPrompt="1"/>
          </p:nvPr>
        </p:nvSpPr>
        <p:spPr>
          <a:xfrm>
            <a:off x="9658178" y="1430989"/>
            <a:ext cx="1944051" cy="431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100">
                <a:noFill/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.</a:t>
            </a:r>
          </a:p>
        </p:txBody>
      </p:sp>
      <p:sp>
        <p:nvSpPr>
          <p:cNvPr id="353" name="Espaço Reservado para Texto 19">
            <a:extLst>
              <a:ext uri="{FF2B5EF4-FFF2-40B4-BE49-F238E27FC236}">
                <a16:creationId xmlns:a16="http://schemas.microsoft.com/office/drawing/2014/main" id="{E583F39E-98AA-4387-1C0A-AFFFC37983D3}"/>
              </a:ext>
            </a:extLst>
          </p:cNvPr>
          <p:cNvSpPr>
            <a:spLocks noGrp="1"/>
          </p:cNvSpPr>
          <p:nvPr>
            <p:ph type="body" sz="quarter" idx="570" hasCustomPrompt="1"/>
          </p:nvPr>
        </p:nvSpPr>
        <p:spPr>
          <a:xfrm>
            <a:off x="9681014" y="1438508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55" name="Espaço Reservado para Texto 19">
            <a:extLst>
              <a:ext uri="{FF2B5EF4-FFF2-40B4-BE49-F238E27FC236}">
                <a16:creationId xmlns:a16="http://schemas.microsoft.com/office/drawing/2014/main" id="{1721CC24-9844-ADF5-F555-F447CC3D9B9F}"/>
              </a:ext>
            </a:extLst>
          </p:cNvPr>
          <p:cNvSpPr>
            <a:spLocks noGrp="1"/>
          </p:cNvSpPr>
          <p:nvPr>
            <p:ph type="body" sz="quarter" idx="572" hasCustomPrompt="1"/>
          </p:nvPr>
        </p:nvSpPr>
        <p:spPr>
          <a:xfrm>
            <a:off x="10099416" y="1438508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56" name="Espaço Reservado para Texto 19">
            <a:extLst>
              <a:ext uri="{FF2B5EF4-FFF2-40B4-BE49-F238E27FC236}">
                <a16:creationId xmlns:a16="http://schemas.microsoft.com/office/drawing/2014/main" id="{603B2589-EFE3-7277-3C4F-4AD6C5F0CD19}"/>
              </a:ext>
            </a:extLst>
          </p:cNvPr>
          <p:cNvSpPr>
            <a:spLocks noGrp="1"/>
          </p:cNvSpPr>
          <p:nvPr>
            <p:ph type="body" sz="quarter" idx="573" hasCustomPrompt="1"/>
          </p:nvPr>
        </p:nvSpPr>
        <p:spPr>
          <a:xfrm>
            <a:off x="9681014" y="1974309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58" name="Espaço Reservado para Texto 19">
            <a:extLst>
              <a:ext uri="{FF2B5EF4-FFF2-40B4-BE49-F238E27FC236}">
                <a16:creationId xmlns:a16="http://schemas.microsoft.com/office/drawing/2014/main" id="{A2E1CB48-D492-D6A3-BDBE-482176818FB6}"/>
              </a:ext>
            </a:extLst>
          </p:cNvPr>
          <p:cNvSpPr>
            <a:spLocks noGrp="1"/>
          </p:cNvSpPr>
          <p:nvPr>
            <p:ph type="body" sz="quarter" idx="575" hasCustomPrompt="1"/>
          </p:nvPr>
        </p:nvSpPr>
        <p:spPr>
          <a:xfrm>
            <a:off x="10099416" y="1974309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59" name="Espaço Reservado para Texto 19">
            <a:extLst>
              <a:ext uri="{FF2B5EF4-FFF2-40B4-BE49-F238E27FC236}">
                <a16:creationId xmlns:a16="http://schemas.microsoft.com/office/drawing/2014/main" id="{4A929CC5-64D6-774A-14C3-A88C8B8B790B}"/>
              </a:ext>
            </a:extLst>
          </p:cNvPr>
          <p:cNvSpPr>
            <a:spLocks noGrp="1"/>
          </p:cNvSpPr>
          <p:nvPr>
            <p:ph type="body" sz="quarter" idx="576" hasCustomPrompt="1"/>
          </p:nvPr>
        </p:nvSpPr>
        <p:spPr>
          <a:xfrm>
            <a:off x="9681014" y="2510110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1" name="Espaço Reservado para Texto 19">
            <a:extLst>
              <a:ext uri="{FF2B5EF4-FFF2-40B4-BE49-F238E27FC236}">
                <a16:creationId xmlns:a16="http://schemas.microsoft.com/office/drawing/2014/main" id="{2EAFC948-2DCE-F875-5624-121BEA8C4D8D}"/>
              </a:ext>
            </a:extLst>
          </p:cNvPr>
          <p:cNvSpPr>
            <a:spLocks noGrp="1"/>
          </p:cNvSpPr>
          <p:nvPr>
            <p:ph type="body" sz="quarter" idx="578" hasCustomPrompt="1"/>
          </p:nvPr>
        </p:nvSpPr>
        <p:spPr>
          <a:xfrm>
            <a:off x="10099416" y="2510110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2" name="Espaço Reservado para Texto 19">
            <a:extLst>
              <a:ext uri="{FF2B5EF4-FFF2-40B4-BE49-F238E27FC236}">
                <a16:creationId xmlns:a16="http://schemas.microsoft.com/office/drawing/2014/main" id="{C14ED912-1E22-AE6C-0C43-0F62B5EEF277}"/>
              </a:ext>
            </a:extLst>
          </p:cNvPr>
          <p:cNvSpPr>
            <a:spLocks noGrp="1"/>
          </p:cNvSpPr>
          <p:nvPr>
            <p:ph type="body" sz="quarter" idx="579" hasCustomPrompt="1"/>
          </p:nvPr>
        </p:nvSpPr>
        <p:spPr>
          <a:xfrm>
            <a:off x="9681014" y="3045911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4" name="Espaço Reservado para Texto 19">
            <a:extLst>
              <a:ext uri="{FF2B5EF4-FFF2-40B4-BE49-F238E27FC236}">
                <a16:creationId xmlns:a16="http://schemas.microsoft.com/office/drawing/2014/main" id="{9B2CD475-BB84-C9D1-F35E-0852F131B1EE}"/>
              </a:ext>
            </a:extLst>
          </p:cNvPr>
          <p:cNvSpPr>
            <a:spLocks noGrp="1"/>
          </p:cNvSpPr>
          <p:nvPr>
            <p:ph type="body" sz="quarter" idx="581" hasCustomPrompt="1"/>
          </p:nvPr>
        </p:nvSpPr>
        <p:spPr>
          <a:xfrm>
            <a:off x="10099416" y="3045911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5" name="Espaço Reservado para Texto 19">
            <a:extLst>
              <a:ext uri="{FF2B5EF4-FFF2-40B4-BE49-F238E27FC236}">
                <a16:creationId xmlns:a16="http://schemas.microsoft.com/office/drawing/2014/main" id="{7A2DAFAE-55D5-D1FA-A40A-D43B6F35551C}"/>
              </a:ext>
            </a:extLst>
          </p:cNvPr>
          <p:cNvSpPr>
            <a:spLocks noGrp="1"/>
          </p:cNvSpPr>
          <p:nvPr>
            <p:ph type="body" sz="quarter" idx="582" hasCustomPrompt="1"/>
          </p:nvPr>
        </p:nvSpPr>
        <p:spPr>
          <a:xfrm>
            <a:off x="9681014" y="3581712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67" name="Espaço Reservado para Texto 19">
            <a:extLst>
              <a:ext uri="{FF2B5EF4-FFF2-40B4-BE49-F238E27FC236}">
                <a16:creationId xmlns:a16="http://schemas.microsoft.com/office/drawing/2014/main" id="{7F20DB2C-B40A-80A2-8D20-FA0B62E1C821}"/>
              </a:ext>
            </a:extLst>
          </p:cNvPr>
          <p:cNvSpPr>
            <a:spLocks noGrp="1"/>
          </p:cNvSpPr>
          <p:nvPr>
            <p:ph type="body" sz="quarter" idx="584" hasCustomPrompt="1"/>
          </p:nvPr>
        </p:nvSpPr>
        <p:spPr>
          <a:xfrm>
            <a:off x="10099416" y="3581712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68" name="Espaço Reservado para Texto 19">
            <a:extLst>
              <a:ext uri="{FF2B5EF4-FFF2-40B4-BE49-F238E27FC236}">
                <a16:creationId xmlns:a16="http://schemas.microsoft.com/office/drawing/2014/main" id="{C667B38D-41A4-7580-DA09-CAA37002F8AD}"/>
              </a:ext>
            </a:extLst>
          </p:cNvPr>
          <p:cNvSpPr>
            <a:spLocks noGrp="1"/>
          </p:cNvSpPr>
          <p:nvPr>
            <p:ph type="body" sz="quarter" idx="585" hasCustomPrompt="1"/>
          </p:nvPr>
        </p:nvSpPr>
        <p:spPr>
          <a:xfrm>
            <a:off x="9681014" y="4117513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0" name="Espaço Reservado para Texto 19">
            <a:extLst>
              <a:ext uri="{FF2B5EF4-FFF2-40B4-BE49-F238E27FC236}">
                <a16:creationId xmlns:a16="http://schemas.microsoft.com/office/drawing/2014/main" id="{DF31EC92-1867-2968-3246-1D6928823162}"/>
              </a:ext>
            </a:extLst>
          </p:cNvPr>
          <p:cNvSpPr>
            <a:spLocks noGrp="1"/>
          </p:cNvSpPr>
          <p:nvPr>
            <p:ph type="body" sz="quarter" idx="587" hasCustomPrompt="1"/>
          </p:nvPr>
        </p:nvSpPr>
        <p:spPr>
          <a:xfrm>
            <a:off x="10099416" y="4117513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1" name="Espaço Reservado para Texto 19">
            <a:extLst>
              <a:ext uri="{FF2B5EF4-FFF2-40B4-BE49-F238E27FC236}">
                <a16:creationId xmlns:a16="http://schemas.microsoft.com/office/drawing/2014/main" id="{0B48D8A3-616D-5115-888C-4A80831DDD22}"/>
              </a:ext>
            </a:extLst>
          </p:cNvPr>
          <p:cNvSpPr>
            <a:spLocks noGrp="1"/>
          </p:cNvSpPr>
          <p:nvPr>
            <p:ph type="body" sz="quarter" idx="588" hasCustomPrompt="1"/>
          </p:nvPr>
        </p:nvSpPr>
        <p:spPr>
          <a:xfrm>
            <a:off x="9681014" y="46533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3" name="Espaço Reservado para Texto 19">
            <a:extLst>
              <a:ext uri="{FF2B5EF4-FFF2-40B4-BE49-F238E27FC236}">
                <a16:creationId xmlns:a16="http://schemas.microsoft.com/office/drawing/2014/main" id="{A290837C-3914-5D04-9E35-8C07D9974E5B}"/>
              </a:ext>
            </a:extLst>
          </p:cNvPr>
          <p:cNvSpPr>
            <a:spLocks noGrp="1"/>
          </p:cNvSpPr>
          <p:nvPr>
            <p:ph type="body" sz="quarter" idx="590" hasCustomPrompt="1"/>
          </p:nvPr>
        </p:nvSpPr>
        <p:spPr>
          <a:xfrm>
            <a:off x="10099416" y="46533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4" name="Espaço Reservado para Texto 19">
            <a:extLst>
              <a:ext uri="{FF2B5EF4-FFF2-40B4-BE49-F238E27FC236}">
                <a16:creationId xmlns:a16="http://schemas.microsoft.com/office/drawing/2014/main" id="{279424D7-5420-35AD-F0AD-4EAB3E59E0E5}"/>
              </a:ext>
            </a:extLst>
          </p:cNvPr>
          <p:cNvSpPr>
            <a:spLocks noGrp="1"/>
          </p:cNvSpPr>
          <p:nvPr>
            <p:ph type="body" sz="quarter" idx="591" hasCustomPrompt="1"/>
          </p:nvPr>
        </p:nvSpPr>
        <p:spPr>
          <a:xfrm>
            <a:off x="9681014" y="5189115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6" name="Espaço Reservado para Texto 19">
            <a:extLst>
              <a:ext uri="{FF2B5EF4-FFF2-40B4-BE49-F238E27FC236}">
                <a16:creationId xmlns:a16="http://schemas.microsoft.com/office/drawing/2014/main" id="{C64783E8-474F-9096-0D4D-0776F5F5C9FF}"/>
              </a:ext>
            </a:extLst>
          </p:cNvPr>
          <p:cNvSpPr>
            <a:spLocks noGrp="1"/>
          </p:cNvSpPr>
          <p:nvPr>
            <p:ph type="body" sz="quarter" idx="593" hasCustomPrompt="1"/>
          </p:nvPr>
        </p:nvSpPr>
        <p:spPr>
          <a:xfrm>
            <a:off x="10099416" y="5189115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77" name="Espaço Reservado para Texto 19">
            <a:extLst>
              <a:ext uri="{FF2B5EF4-FFF2-40B4-BE49-F238E27FC236}">
                <a16:creationId xmlns:a16="http://schemas.microsoft.com/office/drawing/2014/main" id="{2E8589B3-BBF0-12DB-1413-CFA6EEF1447A}"/>
              </a:ext>
            </a:extLst>
          </p:cNvPr>
          <p:cNvSpPr>
            <a:spLocks noGrp="1"/>
          </p:cNvSpPr>
          <p:nvPr>
            <p:ph type="body" sz="quarter" idx="594" hasCustomPrompt="1"/>
          </p:nvPr>
        </p:nvSpPr>
        <p:spPr>
          <a:xfrm>
            <a:off x="9681014" y="5724916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79" name="Espaço Reservado para Texto 19">
            <a:extLst>
              <a:ext uri="{FF2B5EF4-FFF2-40B4-BE49-F238E27FC236}">
                <a16:creationId xmlns:a16="http://schemas.microsoft.com/office/drawing/2014/main" id="{C010C7B2-F6E4-1CC0-77D4-0EE9FB2FB5D0}"/>
              </a:ext>
            </a:extLst>
          </p:cNvPr>
          <p:cNvSpPr>
            <a:spLocks noGrp="1"/>
          </p:cNvSpPr>
          <p:nvPr>
            <p:ph type="body" sz="quarter" idx="596" hasCustomPrompt="1"/>
          </p:nvPr>
        </p:nvSpPr>
        <p:spPr>
          <a:xfrm>
            <a:off x="10099416" y="5724916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380" name="Espaço Reservado para Texto 19">
            <a:extLst>
              <a:ext uri="{FF2B5EF4-FFF2-40B4-BE49-F238E27FC236}">
                <a16:creationId xmlns:a16="http://schemas.microsoft.com/office/drawing/2014/main" id="{E222DA45-A1E0-B56C-47DA-C2CC232A1F6C}"/>
              </a:ext>
            </a:extLst>
          </p:cNvPr>
          <p:cNvSpPr>
            <a:spLocks noGrp="1"/>
          </p:cNvSpPr>
          <p:nvPr>
            <p:ph type="body" sz="quarter" idx="597" hasCustomPrompt="1"/>
          </p:nvPr>
        </p:nvSpPr>
        <p:spPr>
          <a:xfrm>
            <a:off x="9681014" y="6260714"/>
            <a:ext cx="42173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10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##:##</a:t>
            </a:r>
          </a:p>
        </p:txBody>
      </p:sp>
      <p:sp>
        <p:nvSpPr>
          <p:cNvPr id="382" name="Espaço Reservado para Texto 19">
            <a:extLst>
              <a:ext uri="{FF2B5EF4-FFF2-40B4-BE49-F238E27FC236}">
                <a16:creationId xmlns:a16="http://schemas.microsoft.com/office/drawing/2014/main" id="{C13ED601-F50A-5826-0C73-638ABF4011E8}"/>
              </a:ext>
            </a:extLst>
          </p:cNvPr>
          <p:cNvSpPr>
            <a:spLocks noGrp="1"/>
          </p:cNvSpPr>
          <p:nvPr>
            <p:ph type="body" sz="quarter" idx="599" hasCustomPrompt="1"/>
          </p:nvPr>
        </p:nvSpPr>
        <p:spPr>
          <a:xfrm>
            <a:off x="10099416" y="6260714"/>
            <a:ext cx="1047965" cy="416544"/>
          </a:xfrm>
          <a:prstGeom prst="rect">
            <a:avLst/>
          </a:prstGeom>
          <a:noFill/>
        </p:spPr>
        <p:txBody>
          <a:bodyPr vert="horz" wrap="square" lIns="36000" tIns="72000" rIns="36000" bIns="36000" rtlCol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CAE79A11-4AF8-D6E7-B8D1-5D52136E4748}"/>
              </a:ext>
            </a:extLst>
          </p:cNvPr>
          <p:cNvSpPr>
            <a:spLocks noGrp="1"/>
          </p:cNvSpPr>
          <p:nvPr>
            <p:ph type="body" sz="quarter" idx="600" hasCustomPrompt="1"/>
          </p:nvPr>
        </p:nvSpPr>
        <p:spPr>
          <a:xfrm>
            <a:off x="10105374" y="35705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2" name="Espaço Reservado para Texto 19">
            <a:extLst>
              <a:ext uri="{FF2B5EF4-FFF2-40B4-BE49-F238E27FC236}">
                <a16:creationId xmlns:a16="http://schemas.microsoft.com/office/drawing/2014/main" id="{9214FDB1-702D-FD52-5F77-EDDB7EFF2FF0}"/>
              </a:ext>
            </a:extLst>
          </p:cNvPr>
          <p:cNvSpPr>
            <a:spLocks noGrp="1"/>
          </p:cNvSpPr>
          <p:nvPr>
            <p:ph type="body" sz="quarter" idx="601" hasCustomPrompt="1"/>
          </p:nvPr>
        </p:nvSpPr>
        <p:spPr>
          <a:xfrm>
            <a:off x="1024799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3" name="Espaço Reservado para Texto 19">
            <a:extLst>
              <a:ext uri="{FF2B5EF4-FFF2-40B4-BE49-F238E27FC236}">
                <a16:creationId xmlns:a16="http://schemas.microsoft.com/office/drawing/2014/main" id="{7D299A21-681F-E01E-F51F-B183FC8C44EE}"/>
              </a:ext>
            </a:extLst>
          </p:cNvPr>
          <p:cNvSpPr>
            <a:spLocks noGrp="1"/>
          </p:cNvSpPr>
          <p:nvPr>
            <p:ph type="body" sz="quarter" idx="602" hasCustomPrompt="1"/>
          </p:nvPr>
        </p:nvSpPr>
        <p:spPr>
          <a:xfrm>
            <a:off x="10522145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4" name="Espaço Reservado para Texto 19">
            <a:extLst>
              <a:ext uri="{FF2B5EF4-FFF2-40B4-BE49-F238E27FC236}">
                <a16:creationId xmlns:a16="http://schemas.microsoft.com/office/drawing/2014/main" id="{B62BDB95-0C73-F397-B9D5-6BA4509FD0F3}"/>
              </a:ext>
            </a:extLst>
          </p:cNvPr>
          <p:cNvSpPr>
            <a:spLocks noGrp="1"/>
          </p:cNvSpPr>
          <p:nvPr>
            <p:ph type="body" sz="quarter" idx="603" hasCustomPrompt="1"/>
          </p:nvPr>
        </p:nvSpPr>
        <p:spPr>
          <a:xfrm>
            <a:off x="10796296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5" name="Espaço Reservado para Texto 19">
            <a:extLst>
              <a:ext uri="{FF2B5EF4-FFF2-40B4-BE49-F238E27FC236}">
                <a16:creationId xmlns:a16="http://schemas.microsoft.com/office/drawing/2014/main" id="{B1FAD8B7-9819-6263-788B-87F21A256706}"/>
              </a:ext>
            </a:extLst>
          </p:cNvPr>
          <p:cNvSpPr>
            <a:spLocks noGrp="1"/>
          </p:cNvSpPr>
          <p:nvPr>
            <p:ph type="body" sz="quarter" idx="604" hasCustomPrompt="1"/>
          </p:nvPr>
        </p:nvSpPr>
        <p:spPr>
          <a:xfrm>
            <a:off x="11064884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6" name="Espaço Reservado para Texto 19">
            <a:extLst>
              <a:ext uri="{FF2B5EF4-FFF2-40B4-BE49-F238E27FC236}">
                <a16:creationId xmlns:a16="http://schemas.microsoft.com/office/drawing/2014/main" id="{630C9B4D-1D72-21F9-D8F6-42C2BFE28AD6}"/>
              </a:ext>
            </a:extLst>
          </p:cNvPr>
          <p:cNvSpPr>
            <a:spLocks noGrp="1"/>
          </p:cNvSpPr>
          <p:nvPr>
            <p:ph type="body" sz="quarter" idx="605" hasCustomPrompt="1"/>
          </p:nvPr>
        </p:nvSpPr>
        <p:spPr>
          <a:xfrm>
            <a:off x="11337259" y="226079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97" name="Espaço Reservado para Texto 19">
            <a:extLst>
              <a:ext uri="{FF2B5EF4-FFF2-40B4-BE49-F238E27FC236}">
                <a16:creationId xmlns:a16="http://schemas.microsoft.com/office/drawing/2014/main" id="{D924FBC3-8CEF-A523-7978-3C0DA3C17107}"/>
              </a:ext>
            </a:extLst>
          </p:cNvPr>
          <p:cNvSpPr>
            <a:spLocks noGrp="1"/>
          </p:cNvSpPr>
          <p:nvPr>
            <p:ph type="body" sz="quarter" idx="606" hasCustomPrompt="1"/>
          </p:nvPr>
        </p:nvSpPr>
        <p:spPr>
          <a:xfrm>
            <a:off x="1024799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98" name="Espaço Reservado para Texto 19">
            <a:extLst>
              <a:ext uri="{FF2B5EF4-FFF2-40B4-BE49-F238E27FC236}">
                <a16:creationId xmlns:a16="http://schemas.microsoft.com/office/drawing/2014/main" id="{6DF0C4DB-9C0F-35B5-DFD3-22DED6C35226}"/>
              </a:ext>
            </a:extLst>
          </p:cNvPr>
          <p:cNvSpPr>
            <a:spLocks noGrp="1"/>
          </p:cNvSpPr>
          <p:nvPr>
            <p:ph type="body" sz="quarter" idx="607" hasCustomPrompt="1"/>
          </p:nvPr>
        </p:nvSpPr>
        <p:spPr>
          <a:xfrm>
            <a:off x="10522145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99" name="Espaço Reservado para Texto 19">
            <a:extLst>
              <a:ext uri="{FF2B5EF4-FFF2-40B4-BE49-F238E27FC236}">
                <a16:creationId xmlns:a16="http://schemas.microsoft.com/office/drawing/2014/main" id="{758348FF-7097-919E-D8E6-5B27139C44D5}"/>
              </a:ext>
            </a:extLst>
          </p:cNvPr>
          <p:cNvSpPr>
            <a:spLocks noGrp="1"/>
          </p:cNvSpPr>
          <p:nvPr>
            <p:ph type="body" sz="quarter" idx="608" hasCustomPrompt="1"/>
          </p:nvPr>
        </p:nvSpPr>
        <p:spPr>
          <a:xfrm>
            <a:off x="10796296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0" name="Espaço Reservado para Texto 19">
            <a:extLst>
              <a:ext uri="{FF2B5EF4-FFF2-40B4-BE49-F238E27FC236}">
                <a16:creationId xmlns:a16="http://schemas.microsoft.com/office/drawing/2014/main" id="{BBD9978A-4025-99DB-D64B-09AC8AF546A8}"/>
              </a:ext>
            </a:extLst>
          </p:cNvPr>
          <p:cNvSpPr>
            <a:spLocks noGrp="1"/>
          </p:cNvSpPr>
          <p:nvPr>
            <p:ph type="body" sz="quarter" idx="609" hasCustomPrompt="1"/>
          </p:nvPr>
        </p:nvSpPr>
        <p:spPr>
          <a:xfrm>
            <a:off x="11064884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1" name="Espaço Reservado para Texto 19">
            <a:extLst>
              <a:ext uri="{FF2B5EF4-FFF2-40B4-BE49-F238E27FC236}">
                <a16:creationId xmlns:a16="http://schemas.microsoft.com/office/drawing/2014/main" id="{E85E9B62-88CA-0152-4717-44D1916F2975}"/>
              </a:ext>
            </a:extLst>
          </p:cNvPr>
          <p:cNvSpPr>
            <a:spLocks noGrp="1"/>
          </p:cNvSpPr>
          <p:nvPr>
            <p:ph type="body" sz="quarter" idx="610" hasCustomPrompt="1"/>
          </p:nvPr>
        </p:nvSpPr>
        <p:spPr>
          <a:xfrm>
            <a:off x="11337259" y="357051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2" name="Espaço Reservado para Texto 19">
            <a:extLst>
              <a:ext uri="{FF2B5EF4-FFF2-40B4-BE49-F238E27FC236}">
                <a16:creationId xmlns:a16="http://schemas.microsoft.com/office/drawing/2014/main" id="{4C368E40-9818-2599-D47F-631E96FDCE2C}"/>
              </a:ext>
            </a:extLst>
          </p:cNvPr>
          <p:cNvSpPr>
            <a:spLocks noGrp="1"/>
          </p:cNvSpPr>
          <p:nvPr>
            <p:ph type="body" sz="quarter" idx="611" hasCustomPrompt="1"/>
          </p:nvPr>
        </p:nvSpPr>
        <p:spPr>
          <a:xfrm>
            <a:off x="1024799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3" name="Espaço Reservado para Texto 19">
            <a:extLst>
              <a:ext uri="{FF2B5EF4-FFF2-40B4-BE49-F238E27FC236}">
                <a16:creationId xmlns:a16="http://schemas.microsoft.com/office/drawing/2014/main" id="{A973C46C-190A-41EC-E304-B325F2AED864}"/>
              </a:ext>
            </a:extLst>
          </p:cNvPr>
          <p:cNvSpPr>
            <a:spLocks noGrp="1"/>
          </p:cNvSpPr>
          <p:nvPr>
            <p:ph type="body" sz="quarter" idx="612" hasCustomPrompt="1"/>
          </p:nvPr>
        </p:nvSpPr>
        <p:spPr>
          <a:xfrm>
            <a:off x="10522145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4" name="Espaço Reservado para Texto 19">
            <a:extLst>
              <a:ext uri="{FF2B5EF4-FFF2-40B4-BE49-F238E27FC236}">
                <a16:creationId xmlns:a16="http://schemas.microsoft.com/office/drawing/2014/main" id="{CC32629D-D8B1-05CF-82F1-8FA8779C16F4}"/>
              </a:ext>
            </a:extLst>
          </p:cNvPr>
          <p:cNvSpPr>
            <a:spLocks noGrp="1"/>
          </p:cNvSpPr>
          <p:nvPr>
            <p:ph type="body" sz="quarter" idx="613" hasCustomPrompt="1"/>
          </p:nvPr>
        </p:nvSpPr>
        <p:spPr>
          <a:xfrm>
            <a:off x="10796296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5" name="Espaço Reservado para Texto 19">
            <a:extLst>
              <a:ext uri="{FF2B5EF4-FFF2-40B4-BE49-F238E27FC236}">
                <a16:creationId xmlns:a16="http://schemas.microsoft.com/office/drawing/2014/main" id="{29FA79EF-197D-2EE1-72E1-0E05CA5C64C9}"/>
              </a:ext>
            </a:extLst>
          </p:cNvPr>
          <p:cNvSpPr>
            <a:spLocks noGrp="1"/>
          </p:cNvSpPr>
          <p:nvPr>
            <p:ph type="body" sz="quarter" idx="614" hasCustomPrompt="1"/>
          </p:nvPr>
        </p:nvSpPr>
        <p:spPr>
          <a:xfrm>
            <a:off x="11064884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6" name="Espaço Reservado para Texto 19">
            <a:extLst>
              <a:ext uri="{FF2B5EF4-FFF2-40B4-BE49-F238E27FC236}">
                <a16:creationId xmlns:a16="http://schemas.microsoft.com/office/drawing/2014/main" id="{13985B48-8332-24B5-CAD2-B313C8119809}"/>
              </a:ext>
            </a:extLst>
          </p:cNvPr>
          <p:cNvSpPr>
            <a:spLocks noGrp="1"/>
          </p:cNvSpPr>
          <p:nvPr>
            <p:ph type="body" sz="quarter" idx="615" hasCustomPrompt="1"/>
          </p:nvPr>
        </p:nvSpPr>
        <p:spPr>
          <a:xfrm>
            <a:off x="11337259" y="488025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7" name="Espaço Reservado para Texto 19">
            <a:extLst>
              <a:ext uri="{FF2B5EF4-FFF2-40B4-BE49-F238E27FC236}">
                <a16:creationId xmlns:a16="http://schemas.microsoft.com/office/drawing/2014/main" id="{1B2EE6D8-2963-E6CB-B8E2-6D3AC88FA3D1}"/>
              </a:ext>
            </a:extLst>
          </p:cNvPr>
          <p:cNvSpPr>
            <a:spLocks noGrp="1"/>
          </p:cNvSpPr>
          <p:nvPr>
            <p:ph type="body" sz="quarter" idx="616" hasCustomPrompt="1"/>
          </p:nvPr>
        </p:nvSpPr>
        <p:spPr>
          <a:xfrm>
            <a:off x="1024799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8" name="Espaço Reservado para Texto 19">
            <a:extLst>
              <a:ext uri="{FF2B5EF4-FFF2-40B4-BE49-F238E27FC236}">
                <a16:creationId xmlns:a16="http://schemas.microsoft.com/office/drawing/2014/main" id="{BA443489-40AC-B180-6AE8-7BA911C0D68A}"/>
              </a:ext>
            </a:extLst>
          </p:cNvPr>
          <p:cNvSpPr>
            <a:spLocks noGrp="1"/>
          </p:cNvSpPr>
          <p:nvPr>
            <p:ph type="body" sz="quarter" idx="617" hasCustomPrompt="1"/>
          </p:nvPr>
        </p:nvSpPr>
        <p:spPr>
          <a:xfrm>
            <a:off x="10522145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09" name="Espaço Reservado para Texto 19">
            <a:extLst>
              <a:ext uri="{FF2B5EF4-FFF2-40B4-BE49-F238E27FC236}">
                <a16:creationId xmlns:a16="http://schemas.microsoft.com/office/drawing/2014/main" id="{8167C3E9-2689-733D-FC73-09B7DD098D36}"/>
              </a:ext>
            </a:extLst>
          </p:cNvPr>
          <p:cNvSpPr>
            <a:spLocks noGrp="1"/>
          </p:cNvSpPr>
          <p:nvPr>
            <p:ph type="body" sz="quarter" idx="618" hasCustomPrompt="1"/>
          </p:nvPr>
        </p:nvSpPr>
        <p:spPr>
          <a:xfrm>
            <a:off x="10796296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0" name="Espaço Reservado para Texto 19">
            <a:extLst>
              <a:ext uri="{FF2B5EF4-FFF2-40B4-BE49-F238E27FC236}">
                <a16:creationId xmlns:a16="http://schemas.microsoft.com/office/drawing/2014/main" id="{7FB69099-80A4-3E09-BDE3-5445452D9F99}"/>
              </a:ext>
            </a:extLst>
          </p:cNvPr>
          <p:cNvSpPr>
            <a:spLocks noGrp="1"/>
          </p:cNvSpPr>
          <p:nvPr>
            <p:ph type="body" sz="quarter" idx="619" hasCustomPrompt="1"/>
          </p:nvPr>
        </p:nvSpPr>
        <p:spPr>
          <a:xfrm>
            <a:off x="11064884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1" name="Espaço Reservado para Texto 19">
            <a:extLst>
              <a:ext uri="{FF2B5EF4-FFF2-40B4-BE49-F238E27FC236}">
                <a16:creationId xmlns:a16="http://schemas.microsoft.com/office/drawing/2014/main" id="{21F74508-8AA1-5150-E4CC-77E72FBA1AC9}"/>
              </a:ext>
            </a:extLst>
          </p:cNvPr>
          <p:cNvSpPr>
            <a:spLocks noGrp="1"/>
          </p:cNvSpPr>
          <p:nvPr>
            <p:ph type="body" sz="quarter" idx="620" hasCustomPrompt="1"/>
          </p:nvPr>
        </p:nvSpPr>
        <p:spPr>
          <a:xfrm>
            <a:off x="11337259" y="618996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2" name="Espaço Reservado para Texto 19">
            <a:extLst>
              <a:ext uri="{FF2B5EF4-FFF2-40B4-BE49-F238E27FC236}">
                <a16:creationId xmlns:a16="http://schemas.microsoft.com/office/drawing/2014/main" id="{45DDECB1-57A3-FB75-9FCE-50C93D961704}"/>
              </a:ext>
            </a:extLst>
          </p:cNvPr>
          <p:cNvSpPr>
            <a:spLocks noGrp="1"/>
          </p:cNvSpPr>
          <p:nvPr>
            <p:ph type="body" sz="quarter" idx="621" hasCustomPrompt="1"/>
          </p:nvPr>
        </p:nvSpPr>
        <p:spPr>
          <a:xfrm>
            <a:off x="1024799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3" name="Espaço Reservado para Texto 19">
            <a:extLst>
              <a:ext uri="{FF2B5EF4-FFF2-40B4-BE49-F238E27FC236}">
                <a16:creationId xmlns:a16="http://schemas.microsoft.com/office/drawing/2014/main" id="{BBCF8642-061B-52C7-160B-BF4D5C9A4BC4}"/>
              </a:ext>
            </a:extLst>
          </p:cNvPr>
          <p:cNvSpPr>
            <a:spLocks noGrp="1"/>
          </p:cNvSpPr>
          <p:nvPr>
            <p:ph type="body" sz="quarter" idx="622" hasCustomPrompt="1"/>
          </p:nvPr>
        </p:nvSpPr>
        <p:spPr>
          <a:xfrm>
            <a:off x="10522145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4" name="Espaço Reservado para Texto 19">
            <a:extLst>
              <a:ext uri="{FF2B5EF4-FFF2-40B4-BE49-F238E27FC236}">
                <a16:creationId xmlns:a16="http://schemas.microsoft.com/office/drawing/2014/main" id="{D7A31B09-D9CF-43AB-0168-62D0557319D1}"/>
              </a:ext>
            </a:extLst>
          </p:cNvPr>
          <p:cNvSpPr>
            <a:spLocks noGrp="1"/>
          </p:cNvSpPr>
          <p:nvPr>
            <p:ph type="body" sz="quarter" idx="623" hasCustomPrompt="1"/>
          </p:nvPr>
        </p:nvSpPr>
        <p:spPr>
          <a:xfrm>
            <a:off x="10796296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5" name="Espaço Reservado para Texto 19">
            <a:extLst>
              <a:ext uri="{FF2B5EF4-FFF2-40B4-BE49-F238E27FC236}">
                <a16:creationId xmlns:a16="http://schemas.microsoft.com/office/drawing/2014/main" id="{00E65FA9-A2DD-A9FA-3DDE-64B654F5637F}"/>
              </a:ext>
            </a:extLst>
          </p:cNvPr>
          <p:cNvSpPr>
            <a:spLocks noGrp="1"/>
          </p:cNvSpPr>
          <p:nvPr>
            <p:ph type="body" sz="quarter" idx="624" hasCustomPrompt="1"/>
          </p:nvPr>
        </p:nvSpPr>
        <p:spPr>
          <a:xfrm>
            <a:off x="11064884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6" name="Espaço Reservado para Texto 19">
            <a:extLst>
              <a:ext uri="{FF2B5EF4-FFF2-40B4-BE49-F238E27FC236}">
                <a16:creationId xmlns:a16="http://schemas.microsoft.com/office/drawing/2014/main" id="{7ED4DF98-1DDD-8BB5-B780-46AF34866B84}"/>
              </a:ext>
            </a:extLst>
          </p:cNvPr>
          <p:cNvSpPr>
            <a:spLocks noGrp="1"/>
          </p:cNvSpPr>
          <p:nvPr>
            <p:ph type="body" sz="quarter" idx="625" hasCustomPrompt="1"/>
          </p:nvPr>
        </p:nvSpPr>
        <p:spPr>
          <a:xfrm>
            <a:off x="11337259" y="749970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7" name="Espaço Reservado para Texto 19">
            <a:extLst>
              <a:ext uri="{FF2B5EF4-FFF2-40B4-BE49-F238E27FC236}">
                <a16:creationId xmlns:a16="http://schemas.microsoft.com/office/drawing/2014/main" id="{B116AED9-1730-832E-ECFB-1D3A42286AB8}"/>
              </a:ext>
            </a:extLst>
          </p:cNvPr>
          <p:cNvSpPr>
            <a:spLocks noGrp="1"/>
          </p:cNvSpPr>
          <p:nvPr>
            <p:ph type="body" sz="quarter" idx="626" hasCustomPrompt="1"/>
          </p:nvPr>
        </p:nvSpPr>
        <p:spPr>
          <a:xfrm>
            <a:off x="1024799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8" name="Espaço Reservado para Texto 19">
            <a:extLst>
              <a:ext uri="{FF2B5EF4-FFF2-40B4-BE49-F238E27FC236}">
                <a16:creationId xmlns:a16="http://schemas.microsoft.com/office/drawing/2014/main" id="{15EA6F50-53E3-FC91-310C-DAAC630C4CAE}"/>
              </a:ext>
            </a:extLst>
          </p:cNvPr>
          <p:cNvSpPr>
            <a:spLocks noGrp="1"/>
          </p:cNvSpPr>
          <p:nvPr>
            <p:ph type="body" sz="quarter" idx="627" hasCustomPrompt="1"/>
          </p:nvPr>
        </p:nvSpPr>
        <p:spPr>
          <a:xfrm>
            <a:off x="10522145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19" name="Espaço Reservado para Texto 19">
            <a:extLst>
              <a:ext uri="{FF2B5EF4-FFF2-40B4-BE49-F238E27FC236}">
                <a16:creationId xmlns:a16="http://schemas.microsoft.com/office/drawing/2014/main" id="{2144444F-A458-4F90-56F7-07E113073F37}"/>
              </a:ext>
            </a:extLst>
          </p:cNvPr>
          <p:cNvSpPr>
            <a:spLocks noGrp="1"/>
          </p:cNvSpPr>
          <p:nvPr>
            <p:ph type="body" sz="quarter" idx="628" hasCustomPrompt="1"/>
          </p:nvPr>
        </p:nvSpPr>
        <p:spPr>
          <a:xfrm>
            <a:off x="10796296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0" name="Espaço Reservado para Texto 19">
            <a:extLst>
              <a:ext uri="{FF2B5EF4-FFF2-40B4-BE49-F238E27FC236}">
                <a16:creationId xmlns:a16="http://schemas.microsoft.com/office/drawing/2014/main" id="{6FAE58CD-7B08-6F21-8CE7-BE2888576EA0}"/>
              </a:ext>
            </a:extLst>
          </p:cNvPr>
          <p:cNvSpPr>
            <a:spLocks noGrp="1"/>
          </p:cNvSpPr>
          <p:nvPr>
            <p:ph type="body" sz="quarter" idx="629" hasCustomPrompt="1"/>
          </p:nvPr>
        </p:nvSpPr>
        <p:spPr>
          <a:xfrm>
            <a:off x="11064884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1" name="Espaço Reservado para Texto 19">
            <a:extLst>
              <a:ext uri="{FF2B5EF4-FFF2-40B4-BE49-F238E27FC236}">
                <a16:creationId xmlns:a16="http://schemas.microsoft.com/office/drawing/2014/main" id="{AE5EF857-EEFC-A9E4-D6AC-498212CEAD94}"/>
              </a:ext>
            </a:extLst>
          </p:cNvPr>
          <p:cNvSpPr>
            <a:spLocks noGrp="1"/>
          </p:cNvSpPr>
          <p:nvPr>
            <p:ph type="body" sz="quarter" idx="630" hasCustomPrompt="1"/>
          </p:nvPr>
        </p:nvSpPr>
        <p:spPr>
          <a:xfrm>
            <a:off x="11337259" y="880942"/>
            <a:ext cx="251616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800" dirty="0">
                <a:solidFill>
                  <a:schemeClr val="tx2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##</a:t>
            </a:r>
          </a:p>
        </p:txBody>
      </p:sp>
      <p:sp>
        <p:nvSpPr>
          <p:cNvPr id="122" name="Espaço Reservado para Texto 19">
            <a:extLst>
              <a:ext uri="{FF2B5EF4-FFF2-40B4-BE49-F238E27FC236}">
                <a16:creationId xmlns:a16="http://schemas.microsoft.com/office/drawing/2014/main" id="{AF97CAE3-A9A1-B246-40EB-EBE3A0DDF250}"/>
              </a:ext>
            </a:extLst>
          </p:cNvPr>
          <p:cNvSpPr>
            <a:spLocks noGrp="1"/>
          </p:cNvSpPr>
          <p:nvPr>
            <p:ph type="body" sz="quarter" idx="631" hasCustomPrompt="1"/>
          </p:nvPr>
        </p:nvSpPr>
        <p:spPr>
          <a:xfrm>
            <a:off x="10105374" y="488021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3" name="Espaço Reservado para Texto 19">
            <a:extLst>
              <a:ext uri="{FF2B5EF4-FFF2-40B4-BE49-F238E27FC236}">
                <a16:creationId xmlns:a16="http://schemas.microsoft.com/office/drawing/2014/main" id="{BCCC0C22-1038-C331-C43D-B6904676FE31}"/>
              </a:ext>
            </a:extLst>
          </p:cNvPr>
          <p:cNvSpPr>
            <a:spLocks noGrp="1"/>
          </p:cNvSpPr>
          <p:nvPr>
            <p:ph type="body" sz="quarter" idx="632" hasCustomPrompt="1"/>
          </p:nvPr>
        </p:nvSpPr>
        <p:spPr>
          <a:xfrm>
            <a:off x="10105374" y="61898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4" name="Espaço Reservado para Texto 19">
            <a:extLst>
              <a:ext uri="{FF2B5EF4-FFF2-40B4-BE49-F238E27FC236}">
                <a16:creationId xmlns:a16="http://schemas.microsoft.com/office/drawing/2014/main" id="{AA6C06A4-2918-EA5B-C02C-1B0FC58F1F58}"/>
              </a:ext>
            </a:extLst>
          </p:cNvPr>
          <p:cNvSpPr>
            <a:spLocks noGrp="1"/>
          </p:cNvSpPr>
          <p:nvPr>
            <p:ph type="body" sz="quarter" idx="633" hasCustomPrompt="1"/>
          </p:nvPr>
        </p:nvSpPr>
        <p:spPr>
          <a:xfrm>
            <a:off x="10105374" y="749960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5" name="Espaço Reservado para Texto 19">
            <a:extLst>
              <a:ext uri="{FF2B5EF4-FFF2-40B4-BE49-F238E27FC236}">
                <a16:creationId xmlns:a16="http://schemas.microsoft.com/office/drawing/2014/main" id="{31F57CB8-0F3C-F9A8-5B1B-93BC87BDEF8E}"/>
              </a:ext>
            </a:extLst>
          </p:cNvPr>
          <p:cNvSpPr>
            <a:spLocks noGrp="1"/>
          </p:cNvSpPr>
          <p:nvPr>
            <p:ph type="body" sz="quarter" idx="634" hasCustomPrompt="1"/>
          </p:nvPr>
        </p:nvSpPr>
        <p:spPr>
          <a:xfrm>
            <a:off x="10105374" y="880929"/>
            <a:ext cx="120085" cy="115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28600" lvl="0" indent="-228600"/>
            <a:r>
              <a:rPr lang="pt-BR"/>
              <a:t>#</a:t>
            </a:r>
          </a:p>
        </p:txBody>
      </p:sp>
      <p:sp>
        <p:nvSpPr>
          <p:cNvPr id="126" name="Espaço Reservado para Texto 19">
            <a:extLst>
              <a:ext uri="{FF2B5EF4-FFF2-40B4-BE49-F238E27FC236}">
                <a16:creationId xmlns:a16="http://schemas.microsoft.com/office/drawing/2014/main" id="{CBD81EFA-7E8F-A227-9657-5EEDB2DE9FB5}"/>
              </a:ext>
            </a:extLst>
          </p:cNvPr>
          <p:cNvSpPr>
            <a:spLocks noGrp="1"/>
          </p:cNvSpPr>
          <p:nvPr>
            <p:ph type="body" sz="quarter" idx="367" hasCustomPrompt="1"/>
          </p:nvPr>
        </p:nvSpPr>
        <p:spPr>
          <a:xfrm rot="16200000">
            <a:off x="9701741" y="616532"/>
            <a:ext cx="644013" cy="115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90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/>
              <a:t>Mês</a:t>
            </a:r>
          </a:p>
        </p:txBody>
      </p:sp>
      <p:sp>
        <p:nvSpPr>
          <p:cNvPr id="202" name="Espaço Reservado para Texto 19">
            <a:extLst>
              <a:ext uri="{FF2B5EF4-FFF2-40B4-BE49-F238E27FC236}">
                <a16:creationId xmlns:a16="http://schemas.microsoft.com/office/drawing/2014/main" id="{27D0C550-959C-D61B-4F90-663F456EAEE9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9898" y="277831"/>
            <a:ext cx="615950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título</a:t>
            </a:r>
          </a:p>
        </p:txBody>
      </p:sp>
      <p:sp>
        <p:nvSpPr>
          <p:cNvPr id="203" name="Espaço Reservado para Texto 19">
            <a:extLst>
              <a:ext uri="{FF2B5EF4-FFF2-40B4-BE49-F238E27FC236}">
                <a16:creationId xmlns:a16="http://schemas.microsoft.com/office/drawing/2014/main" id="{AFDC5763-1692-B2B6-A6BB-E5D76FC0F72A}"/>
              </a:ext>
            </a:extLst>
          </p:cNvPr>
          <p:cNvSpPr>
            <a:spLocks noGrp="1"/>
          </p:cNvSpPr>
          <p:nvPr>
            <p:ph type="body" sz="quarter" idx="639" hasCustomPrompt="1"/>
          </p:nvPr>
        </p:nvSpPr>
        <p:spPr>
          <a:xfrm>
            <a:off x="469899" y="982047"/>
            <a:ext cx="9292125" cy="114778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204" name="Espaço Reservado para Texto 19">
            <a:extLst>
              <a:ext uri="{FF2B5EF4-FFF2-40B4-BE49-F238E27FC236}">
                <a16:creationId xmlns:a16="http://schemas.microsoft.com/office/drawing/2014/main" id="{D129A320-EED9-E76F-4F55-9A1D530D0150}"/>
              </a:ext>
            </a:extLst>
          </p:cNvPr>
          <p:cNvSpPr>
            <a:spLocks noGrp="1"/>
          </p:cNvSpPr>
          <p:nvPr>
            <p:ph type="body" sz="quarter" idx="640" hasCustomPrompt="1"/>
          </p:nvPr>
        </p:nvSpPr>
        <p:spPr>
          <a:xfrm>
            <a:off x="469899" y="982526"/>
            <a:ext cx="464425" cy="0"/>
          </a:xfrm>
          <a:custGeom>
            <a:avLst/>
            <a:gdLst>
              <a:gd name="connsiteX0" fmla="*/ 0 w 4666412"/>
              <a:gd name="connsiteY0" fmla="*/ 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4" fmla="*/ 0 w 4666412"/>
              <a:gd name="connsiteY4" fmla="*/ 0 h 1057530"/>
              <a:gd name="connsiteX0" fmla="*/ 0 w 4666412"/>
              <a:gd name="connsiteY0" fmla="*/ 1057530 h 1057530"/>
              <a:gd name="connsiteX1" fmla="*/ 4666412 w 4666412"/>
              <a:gd name="connsiteY1" fmla="*/ 0 h 1057530"/>
              <a:gd name="connsiteX2" fmla="*/ 4666412 w 4666412"/>
              <a:gd name="connsiteY2" fmla="*/ 1057530 h 1057530"/>
              <a:gd name="connsiteX3" fmla="*/ 0 w 4666412"/>
              <a:gd name="connsiteY3" fmla="*/ 1057530 h 1057530"/>
              <a:gd name="connsiteX0" fmla="*/ 0 w 4666412"/>
              <a:gd name="connsiteY0" fmla="*/ 0 h 0"/>
              <a:gd name="connsiteX1" fmla="*/ 4666412 w 4666412"/>
              <a:gd name="connsiteY1" fmla="*/ 0 h 0"/>
              <a:gd name="connsiteX2" fmla="*/ 0 w 4666412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6412">
                <a:moveTo>
                  <a:pt x="0" y="0"/>
                </a:moveTo>
                <a:lnTo>
                  <a:pt x="4666412" y="0"/>
                </a:ln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chemeClr val="accent5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pt-BR" sz="100" dirty="0">
                <a:noFill/>
                <a:latin typeface="+mj-lt"/>
              </a:defRPr>
            </a:lvl1pPr>
          </a:lstStyle>
          <a:p>
            <a:pPr marL="228600" lvl="0" indent="-228600"/>
            <a:r>
              <a:rPr lang="pt-BR"/>
              <a:t>.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1C8611CB-F42C-4505-F8C4-AD557805B075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551312" y="287961"/>
            <a:ext cx="135236" cy="140217"/>
          </a:xfrm>
          <a:prstGeom prst="ellipse">
            <a:avLst/>
          </a:prstGeom>
          <a:solidFill>
            <a:srgbClr val="73C6A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AF25C4DA-157E-FFDD-BF69-D3D2B368BA0C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686547" y="249005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6A00A251-38B2-90DB-A87A-37220C77A664}"/>
              </a:ext>
            </a:extLst>
          </p:cNvPr>
          <p:cNvSpPr>
            <a:spLocks noGrp="1"/>
          </p:cNvSpPr>
          <p:nvPr>
            <p:ph type="body" sz="quarter" idx="368" hasCustomPrompt="1"/>
          </p:nvPr>
        </p:nvSpPr>
        <p:spPr>
          <a:xfrm>
            <a:off x="8551312" y="505602"/>
            <a:ext cx="135236" cy="140217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E2BF3D8E-481D-FBDD-8976-E2F79617E46B}"/>
              </a:ext>
            </a:extLst>
          </p:cNvPr>
          <p:cNvSpPr>
            <a:spLocks noGrp="1"/>
          </p:cNvSpPr>
          <p:nvPr>
            <p:ph type="body" sz="quarter" idx="369" hasCustomPrompt="1"/>
          </p:nvPr>
        </p:nvSpPr>
        <p:spPr>
          <a:xfrm>
            <a:off x="8686547" y="466646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CFA64A01-1793-591F-F2FF-2F9BFD4F098E}"/>
              </a:ext>
            </a:extLst>
          </p:cNvPr>
          <p:cNvSpPr>
            <a:spLocks noGrp="1"/>
          </p:cNvSpPr>
          <p:nvPr>
            <p:ph type="body" sz="quarter" idx="370" hasCustomPrompt="1"/>
          </p:nvPr>
        </p:nvSpPr>
        <p:spPr>
          <a:xfrm>
            <a:off x="8551312" y="723243"/>
            <a:ext cx="135236" cy="140217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6AF3966-631A-C291-9270-82A4497B99A1}"/>
              </a:ext>
            </a:extLst>
          </p:cNvPr>
          <p:cNvSpPr>
            <a:spLocks noGrp="1"/>
          </p:cNvSpPr>
          <p:nvPr>
            <p:ph type="body" sz="quarter" idx="371" hasCustomPrompt="1"/>
          </p:nvPr>
        </p:nvSpPr>
        <p:spPr>
          <a:xfrm>
            <a:off x="8686547" y="684287"/>
            <a:ext cx="1182169" cy="21812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>
            <a:lvl1pPr marL="0" indent="0">
              <a:buNone/>
              <a:defRPr lang="pt-BR" sz="1050" dirty="0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/>
            <a:r>
              <a:rPr lang="pt-BR" err="1"/>
              <a:t>Lorem</a:t>
            </a:r>
            <a:r>
              <a:rPr lang="pt-BR"/>
              <a:t> ipsum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3EB0F29-00E9-A665-7E10-BA3C1E8E6F49}"/>
              </a:ext>
            </a:extLst>
          </p:cNvPr>
          <p:cNvSpPr>
            <a:spLocks noGrp="1"/>
          </p:cNvSpPr>
          <p:nvPr>
            <p:ph type="body" sz="quarter" idx="641" hasCustomPrompt="1"/>
          </p:nvPr>
        </p:nvSpPr>
        <p:spPr>
          <a:xfrm>
            <a:off x="2682081" y="1576672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2CFA9FF9-134D-8183-304A-712C8F606627}"/>
              </a:ext>
            </a:extLst>
          </p:cNvPr>
          <p:cNvSpPr>
            <a:spLocks noGrp="1"/>
          </p:cNvSpPr>
          <p:nvPr>
            <p:ph type="body" sz="quarter" idx="642" hasCustomPrompt="1"/>
          </p:nvPr>
        </p:nvSpPr>
        <p:spPr>
          <a:xfrm>
            <a:off x="4822608" y="1576672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B2D59EDC-1B06-48CC-586A-13D3EFA575AE}"/>
              </a:ext>
            </a:extLst>
          </p:cNvPr>
          <p:cNvSpPr>
            <a:spLocks noGrp="1"/>
          </p:cNvSpPr>
          <p:nvPr>
            <p:ph type="body" sz="quarter" idx="643" hasCustomPrompt="1"/>
          </p:nvPr>
        </p:nvSpPr>
        <p:spPr>
          <a:xfrm>
            <a:off x="6977834" y="1576672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FD32E87A-1F2A-0770-40F5-B1D388C0DF0B}"/>
              </a:ext>
            </a:extLst>
          </p:cNvPr>
          <p:cNvSpPr>
            <a:spLocks noGrp="1"/>
          </p:cNvSpPr>
          <p:nvPr>
            <p:ph type="body" sz="quarter" idx="644" hasCustomPrompt="1"/>
          </p:nvPr>
        </p:nvSpPr>
        <p:spPr>
          <a:xfrm>
            <a:off x="9135138" y="1576672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9BB695F0-4A09-938D-DDAE-6AA776992C33}"/>
              </a:ext>
            </a:extLst>
          </p:cNvPr>
          <p:cNvSpPr>
            <a:spLocks noGrp="1"/>
          </p:cNvSpPr>
          <p:nvPr>
            <p:ph type="body" sz="quarter" idx="645" hasCustomPrompt="1"/>
          </p:nvPr>
        </p:nvSpPr>
        <p:spPr>
          <a:xfrm>
            <a:off x="11292442" y="1576672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42E856F0-521B-D244-9D4F-03301DE8512F}"/>
              </a:ext>
            </a:extLst>
          </p:cNvPr>
          <p:cNvSpPr>
            <a:spLocks noGrp="1"/>
          </p:cNvSpPr>
          <p:nvPr>
            <p:ph type="body" sz="quarter" idx="646" hasCustomPrompt="1"/>
          </p:nvPr>
        </p:nvSpPr>
        <p:spPr>
          <a:xfrm>
            <a:off x="2682081" y="2112473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F45A895B-5FFF-70A3-A520-D8C97CC245B1}"/>
              </a:ext>
            </a:extLst>
          </p:cNvPr>
          <p:cNvSpPr>
            <a:spLocks noGrp="1"/>
          </p:cNvSpPr>
          <p:nvPr>
            <p:ph type="body" sz="quarter" idx="647" hasCustomPrompt="1"/>
          </p:nvPr>
        </p:nvSpPr>
        <p:spPr>
          <a:xfrm>
            <a:off x="2682081" y="2648274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65D80462-1F5A-4E0D-EA7D-E7C15BE1B2A2}"/>
              </a:ext>
            </a:extLst>
          </p:cNvPr>
          <p:cNvSpPr>
            <a:spLocks noGrp="1"/>
          </p:cNvSpPr>
          <p:nvPr>
            <p:ph type="body" sz="quarter" idx="648" hasCustomPrompt="1"/>
          </p:nvPr>
        </p:nvSpPr>
        <p:spPr>
          <a:xfrm>
            <a:off x="2682081" y="3184075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DF3F1AE1-2DD6-DAB3-2D7E-761E679A192B}"/>
              </a:ext>
            </a:extLst>
          </p:cNvPr>
          <p:cNvSpPr>
            <a:spLocks noGrp="1"/>
          </p:cNvSpPr>
          <p:nvPr>
            <p:ph type="body" sz="quarter" idx="649" hasCustomPrompt="1"/>
          </p:nvPr>
        </p:nvSpPr>
        <p:spPr>
          <a:xfrm>
            <a:off x="2682081" y="3719876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B3FCFED6-DB7D-084B-A38B-8AA243DE00F9}"/>
              </a:ext>
            </a:extLst>
          </p:cNvPr>
          <p:cNvSpPr>
            <a:spLocks noGrp="1"/>
          </p:cNvSpPr>
          <p:nvPr>
            <p:ph type="body" sz="quarter" idx="650" hasCustomPrompt="1"/>
          </p:nvPr>
        </p:nvSpPr>
        <p:spPr>
          <a:xfrm>
            <a:off x="2682081" y="4255677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8F2E0964-2399-19B5-FA49-BCD3078ADE9D}"/>
              </a:ext>
            </a:extLst>
          </p:cNvPr>
          <p:cNvSpPr>
            <a:spLocks noGrp="1"/>
          </p:cNvSpPr>
          <p:nvPr>
            <p:ph type="body" sz="quarter" idx="651" hasCustomPrompt="1"/>
          </p:nvPr>
        </p:nvSpPr>
        <p:spPr>
          <a:xfrm>
            <a:off x="2682081" y="47914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6BAFAF08-70B1-574F-670D-CF3594E1094A}"/>
              </a:ext>
            </a:extLst>
          </p:cNvPr>
          <p:cNvSpPr>
            <a:spLocks noGrp="1"/>
          </p:cNvSpPr>
          <p:nvPr>
            <p:ph type="body" sz="quarter" idx="652" hasCustomPrompt="1"/>
          </p:nvPr>
        </p:nvSpPr>
        <p:spPr>
          <a:xfrm>
            <a:off x="2682081" y="5327279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29D936EC-FD4E-E977-0D60-90DE8975318F}"/>
              </a:ext>
            </a:extLst>
          </p:cNvPr>
          <p:cNvSpPr>
            <a:spLocks noGrp="1"/>
          </p:cNvSpPr>
          <p:nvPr>
            <p:ph type="body" sz="quarter" idx="653" hasCustomPrompt="1"/>
          </p:nvPr>
        </p:nvSpPr>
        <p:spPr>
          <a:xfrm>
            <a:off x="2682081" y="5863080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4C187D1E-FA89-82B0-BDDB-84A847694FD5}"/>
              </a:ext>
            </a:extLst>
          </p:cNvPr>
          <p:cNvSpPr>
            <a:spLocks noGrp="1"/>
          </p:cNvSpPr>
          <p:nvPr>
            <p:ph type="body" sz="quarter" idx="654" hasCustomPrompt="1"/>
          </p:nvPr>
        </p:nvSpPr>
        <p:spPr>
          <a:xfrm>
            <a:off x="2682081" y="63988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173D9783-5CAB-52D1-3977-E395416E3BD0}"/>
              </a:ext>
            </a:extLst>
          </p:cNvPr>
          <p:cNvSpPr>
            <a:spLocks noGrp="1"/>
          </p:cNvSpPr>
          <p:nvPr>
            <p:ph type="body" sz="quarter" idx="655" hasCustomPrompt="1"/>
          </p:nvPr>
        </p:nvSpPr>
        <p:spPr>
          <a:xfrm>
            <a:off x="4822608" y="2112473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13AF3C01-8202-8B50-EF98-69CC1E80AA07}"/>
              </a:ext>
            </a:extLst>
          </p:cNvPr>
          <p:cNvSpPr>
            <a:spLocks noGrp="1"/>
          </p:cNvSpPr>
          <p:nvPr>
            <p:ph type="body" sz="quarter" idx="656" hasCustomPrompt="1"/>
          </p:nvPr>
        </p:nvSpPr>
        <p:spPr>
          <a:xfrm>
            <a:off x="4822608" y="2648274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5" name="Espaço Reservado para Texto 19">
            <a:extLst>
              <a:ext uri="{FF2B5EF4-FFF2-40B4-BE49-F238E27FC236}">
                <a16:creationId xmlns:a16="http://schemas.microsoft.com/office/drawing/2014/main" id="{F4C112A4-A570-ECA8-5E5F-AEFE40481489}"/>
              </a:ext>
            </a:extLst>
          </p:cNvPr>
          <p:cNvSpPr>
            <a:spLocks noGrp="1"/>
          </p:cNvSpPr>
          <p:nvPr>
            <p:ph type="body" sz="quarter" idx="657" hasCustomPrompt="1"/>
          </p:nvPr>
        </p:nvSpPr>
        <p:spPr>
          <a:xfrm>
            <a:off x="4822608" y="3184075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1F1C2098-83FC-5632-BFBD-EFB8F5A62D5D}"/>
              </a:ext>
            </a:extLst>
          </p:cNvPr>
          <p:cNvSpPr>
            <a:spLocks noGrp="1"/>
          </p:cNvSpPr>
          <p:nvPr>
            <p:ph type="body" sz="quarter" idx="658" hasCustomPrompt="1"/>
          </p:nvPr>
        </p:nvSpPr>
        <p:spPr>
          <a:xfrm>
            <a:off x="4822608" y="3719876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869FB968-EF18-B3BC-5C67-33CDEA0CF263}"/>
              </a:ext>
            </a:extLst>
          </p:cNvPr>
          <p:cNvSpPr>
            <a:spLocks noGrp="1"/>
          </p:cNvSpPr>
          <p:nvPr>
            <p:ph type="body" sz="quarter" idx="659" hasCustomPrompt="1"/>
          </p:nvPr>
        </p:nvSpPr>
        <p:spPr>
          <a:xfrm>
            <a:off x="4822608" y="4255677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405F3BAC-B137-B759-1BDC-94B1322F2B7E}"/>
              </a:ext>
            </a:extLst>
          </p:cNvPr>
          <p:cNvSpPr>
            <a:spLocks noGrp="1"/>
          </p:cNvSpPr>
          <p:nvPr>
            <p:ph type="body" sz="quarter" idx="660" hasCustomPrompt="1"/>
          </p:nvPr>
        </p:nvSpPr>
        <p:spPr>
          <a:xfrm>
            <a:off x="4822608" y="47914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9" name="Espaço Reservado para Texto 19">
            <a:extLst>
              <a:ext uri="{FF2B5EF4-FFF2-40B4-BE49-F238E27FC236}">
                <a16:creationId xmlns:a16="http://schemas.microsoft.com/office/drawing/2014/main" id="{2C1D1B9F-D598-3D0D-5FF0-22D49FBD7482}"/>
              </a:ext>
            </a:extLst>
          </p:cNvPr>
          <p:cNvSpPr>
            <a:spLocks noGrp="1"/>
          </p:cNvSpPr>
          <p:nvPr>
            <p:ph type="body" sz="quarter" idx="661" hasCustomPrompt="1"/>
          </p:nvPr>
        </p:nvSpPr>
        <p:spPr>
          <a:xfrm>
            <a:off x="4822608" y="5327279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0" name="Espaço Reservado para Texto 19">
            <a:extLst>
              <a:ext uri="{FF2B5EF4-FFF2-40B4-BE49-F238E27FC236}">
                <a16:creationId xmlns:a16="http://schemas.microsoft.com/office/drawing/2014/main" id="{B628C5E8-1370-2E74-4F8F-D710F3249B42}"/>
              </a:ext>
            </a:extLst>
          </p:cNvPr>
          <p:cNvSpPr>
            <a:spLocks noGrp="1"/>
          </p:cNvSpPr>
          <p:nvPr>
            <p:ph type="body" sz="quarter" idx="662" hasCustomPrompt="1"/>
          </p:nvPr>
        </p:nvSpPr>
        <p:spPr>
          <a:xfrm>
            <a:off x="4822608" y="5863080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1" name="Espaço Reservado para Texto 19">
            <a:extLst>
              <a:ext uri="{FF2B5EF4-FFF2-40B4-BE49-F238E27FC236}">
                <a16:creationId xmlns:a16="http://schemas.microsoft.com/office/drawing/2014/main" id="{70A297C3-7846-2146-1FB8-804C7F0081E5}"/>
              </a:ext>
            </a:extLst>
          </p:cNvPr>
          <p:cNvSpPr>
            <a:spLocks noGrp="1"/>
          </p:cNvSpPr>
          <p:nvPr>
            <p:ph type="body" sz="quarter" idx="663" hasCustomPrompt="1"/>
          </p:nvPr>
        </p:nvSpPr>
        <p:spPr>
          <a:xfrm>
            <a:off x="4822608" y="63988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2" name="Espaço Reservado para Texto 19">
            <a:extLst>
              <a:ext uri="{FF2B5EF4-FFF2-40B4-BE49-F238E27FC236}">
                <a16:creationId xmlns:a16="http://schemas.microsoft.com/office/drawing/2014/main" id="{0D91DA1A-E218-2EA8-3CDA-C8327DC54AA0}"/>
              </a:ext>
            </a:extLst>
          </p:cNvPr>
          <p:cNvSpPr>
            <a:spLocks noGrp="1"/>
          </p:cNvSpPr>
          <p:nvPr>
            <p:ph type="body" sz="quarter" idx="664" hasCustomPrompt="1"/>
          </p:nvPr>
        </p:nvSpPr>
        <p:spPr>
          <a:xfrm>
            <a:off x="6977834" y="2112473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3" name="Espaço Reservado para Texto 19">
            <a:extLst>
              <a:ext uri="{FF2B5EF4-FFF2-40B4-BE49-F238E27FC236}">
                <a16:creationId xmlns:a16="http://schemas.microsoft.com/office/drawing/2014/main" id="{0BD361E1-C10A-2945-901E-C4F1993678A3}"/>
              </a:ext>
            </a:extLst>
          </p:cNvPr>
          <p:cNvSpPr>
            <a:spLocks noGrp="1"/>
          </p:cNvSpPr>
          <p:nvPr>
            <p:ph type="body" sz="quarter" idx="665" hasCustomPrompt="1"/>
          </p:nvPr>
        </p:nvSpPr>
        <p:spPr>
          <a:xfrm>
            <a:off x="6977834" y="2648274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4" name="Espaço Reservado para Texto 19">
            <a:extLst>
              <a:ext uri="{FF2B5EF4-FFF2-40B4-BE49-F238E27FC236}">
                <a16:creationId xmlns:a16="http://schemas.microsoft.com/office/drawing/2014/main" id="{F6183D26-8DE0-77DB-1E34-F84C04338DAE}"/>
              </a:ext>
            </a:extLst>
          </p:cNvPr>
          <p:cNvSpPr>
            <a:spLocks noGrp="1"/>
          </p:cNvSpPr>
          <p:nvPr>
            <p:ph type="body" sz="quarter" idx="666" hasCustomPrompt="1"/>
          </p:nvPr>
        </p:nvSpPr>
        <p:spPr>
          <a:xfrm>
            <a:off x="6977834" y="3184075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5" name="Espaço Reservado para Texto 19">
            <a:extLst>
              <a:ext uri="{FF2B5EF4-FFF2-40B4-BE49-F238E27FC236}">
                <a16:creationId xmlns:a16="http://schemas.microsoft.com/office/drawing/2014/main" id="{F3D8B0D1-C95D-7F9F-9070-560326D37C05}"/>
              </a:ext>
            </a:extLst>
          </p:cNvPr>
          <p:cNvSpPr>
            <a:spLocks noGrp="1"/>
          </p:cNvSpPr>
          <p:nvPr>
            <p:ph type="body" sz="quarter" idx="667" hasCustomPrompt="1"/>
          </p:nvPr>
        </p:nvSpPr>
        <p:spPr>
          <a:xfrm>
            <a:off x="6977834" y="3719876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6" name="Espaço Reservado para Texto 19">
            <a:extLst>
              <a:ext uri="{FF2B5EF4-FFF2-40B4-BE49-F238E27FC236}">
                <a16:creationId xmlns:a16="http://schemas.microsoft.com/office/drawing/2014/main" id="{4A53766D-E548-1C23-FD62-B85A103635F1}"/>
              </a:ext>
            </a:extLst>
          </p:cNvPr>
          <p:cNvSpPr>
            <a:spLocks noGrp="1"/>
          </p:cNvSpPr>
          <p:nvPr>
            <p:ph type="body" sz="quarter" idx="668" hasCustomPrompt="1"/>
          </p:nvPr>
        </p:nvSpPr>
        <p:spPr>
          <a:xfrm>
            <a:off x="6977834" y="4255677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7" name="Espaço Reservado para Texto 19">
            <a:extLst>
              <a:ext uri="{FF2B5EF4-FFF2-40B4-BE49-F238E27FC236}">
                <a16:creationId xmlns:a16="http://schemas.microsoft.com/office/drawing/2014/main" id="{69DD14EE-1265-25B6-F4D7-9F40D4475B64}"/>
              </a:ext>
            </a:extLst>
          </p:cNvPr>
          <p:cNvSpPr>
            <a:spLocks noGrp="1"/>
          </p:cNvSpPr>
          <p:nvPr>
            <p:ph type="body" sz="quarter" idx="669" hasCustomPrompt="1"/>
          </p:nvPr>
        </p:nvSpPr>
        <p:spPr>
          <a:xfrm>
            <a:off x="6977834" y="47914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8" name="Espaço Reservado para Texto 19">
            <a:extLst>
              <a:ext uri="{FF2B5EF4-FFF2-40B4-BE49-F238E27FC236}">
                <a16:creationId xmlns:a16="http://schemas.microsoft.com/office/drawing/2014/main" id="{364CA211-96D6-3406-EB54-9A93AFC3214C}"/>
              </a:ext>
            </a:extLst>
          </p:cNvPr>
          <p:cNvSpPr>
            <a:spLocks noGrp="1"/>
          </p:cNvSpPr>
          <p:nvPr>
            <p:ph type="body" sz="quarter" idx="670" hasCustomPrompt="1"/>
          </p:nvPr>
        </p:nvSpPr>
        <p:spPr>
          <a:xfrm>
            <a:off x="6977834" y="5327279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9" name="Espaço Reservado para Texto 19">
            <a:extLst>
              <a:ext uri="{FF2B5EF4-FFF2-40B4-BE49-F238E27FC236}">
                <a16:creationId xmlns:a16="http://schemas.microsoft.com/office/drawing/2014/main" id="{A920419E-3CF8-B52A-D7FA-5890D2A1FEE9}"/>
              </a:ext>
            </a:extLst>
          </p:cNvPr>
          <p:cNvSpPr>
            <a:spLocks noGrp="1"/>
          </p:cNvSpPr>
          <p:nvPr>
            <p:ph type="body" sz="quarter" idx="671" hasCustomPrompt="1"/>
          </p:nvPr>
        </p:nvSpPr>
        <p:spPr>
          <a:xfrm>
            <a:off x="6977834" y="5863080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0" name="Espaço Reservado para Texto 19">
            <a:extLst>
              <a:ext uri="{FF2B5EF4-FFF2-40B4-BE49-F238E27FC236}">
                <a16:creationId xmlns:a16="http://schemas.microsoft.com/office/drawing/2014/main" id="{86304583-489F-DEE7-9DE8-998051FB126E}"/>
              </a:ext>
            </a:extLst>
          </p:cNvPr>
          <p:cNvSpPr>
            <a:spLocks noGrp="1"/>
          </p:cNvSpPr>
          <p:nvPr>
            <p:ph type="body" sz="quarter" idx="672" hasCustomPrompt="1"/>
          </p:nvPr>
        </p:nvSpPr>
        <p:spPr>
          <a:xfrm>
            <a:off x="6977834" y="63988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1" name="Espaço Reservado para Texto 19">
            <a:extLst>
              <a:ext uri="{FF2B5EF4-FFF2-40B4-BE49-F238E27FC236}">
                <a16:creationId xmlns:a16="http://schemas.microsoft.com/office/drawing/2014/main" id="{75CBEF7B-37CD-8AD2-AC8E-EAF51EC1D749}"/>
              </a:ext>
            </a:extLst>
          </p:cNvPr>
          <p:cNvSpPr>
            <a:spLocks noGrp="1"/>
          </p:cNvSpPr>
          <p:nvPr>
            <p:ph type="body" sz="quarter" idx="673" hasCustomPrompt="1"/>
          </p:nvPr>
        </p:nvSpPr>
        <p:spPr>
          <a:xfrm>
            <a:off x="9135138" y="2112473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2" name="Espaço Reservado para Texto 19">
            <a:extLst>
              <a:ext uri="{FF2B5EF4-FFF2-40B4-BE49-F238E27FC236}">
                <a16:creationId xmlns:a16="http://schemas.microsoft.com/office/drawing/2014/main" id="{D0A7E96E-FDB6-6DA7-476C-422D5A6AB437}"/>
              </a:ext>
            </a:extLst>
          </p:cNvPr>
          <p:cNvSpPr>
            <a:spLocks noGrp="1"/>
          </p:cNvSpPr>
          <p:nvPr>
            <p:ph type="body" sz="quarter" idx="674" hasCustomPrompt="1"/>
          </p:nvPr>
        </p:nvSpPr>
        <p:spPr>
          <a:xfrm>
            <a:off x="9135138" y="2648274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3" name="Espaço Reservado para Texto 19">
            <a:extLst>
              <a:ext uri="{FF2B5EF4-FFF2-40B4-BE49-F238E27FC236}">
                <a16:creationId xmlns:a16="http://schemas.microsoft.com/office/drawing/2014/main" id="{4BF05F6C-0417-8FD3-EF6A-AA4CE77A7CF9}"/>
              </a:ext>
            </a:extLst>
          </p:cNvPr>
          <p:cNvSpPr>
            <a:spLocks noGrp="1"/>
          </p:cNvSpPr>
          <p:nvPr>
            <p:ph type="body" sz="quarter" idx="675" hasCustomPrompt="1"/>
          </p:nvPr>
        </p:nvSpPr>
        <p:spPr>
          <a:xfrm>
            <a:off x="9135138" y="3184075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4" name="Espaço Reservado para Texto 19">
            <a:extLst>
              <a:ext uri="{FF2B5EF4-FFF2-40B4-BE49-F238E27FC236}">
                <a16:creationId xmlns:a16="http://schemas.microsoft.com/office/drawing/2014/main" id="{B89810AB-9805-0C9E-B3C6-0F54504DDE2D}"/>
              </a:ext>
            </a:extLst>
          </p:cNvPr>
          <p:cNvSpPr>
            <a:spLocks noGrp="1"/>
          </p:cNvSpPr>
          <p:nvPr>
            <p:ph type="body" sz="quarter" idx="676" hasCustomPrompt="1"/>
          </p:nvPr>
        </p:nvSpPr>
        <p:spPr>
          <a:xfrm>
            <a:off x="9135138" y="3719876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5" name="Espaço Reservado para Texto 19">
            <a:extLst>
              <a:ext uri="{FF2B5EF4-FFF2-40B4-BE49-F238E27FC236}">
                <a16:creationId xmlns:a16="http://schemas.microsoft.com/office/drawing/2014/main" id="{04BAA3D6-2982-5617-69A2-56F96166CCB5}"/>
              </a:ext>
            </a:extLst>
          </p:cNvPr>
          <p:cNvSpPr>
            <a:spLocks noGrp="1"/>
          </p:cNvSpPr>
          <p:nvPr>
            <p:ph type="body" sz="quarter" idx="677" hasCustomPrompt="1"/>
          </p:nvPr>
        </p:nvSpPr>
        <p:spPr>
          <a:xfrm>
            <a:off x="9135138" y="4255677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46" name="Espaço Reservado para Texto 19">
            <a:extLst>
              <a:ext uri="{FF2B5EF4-FFF2-40B4-BE49-F238E27FC236}">
                <a16:creationId xmlns:a16="http://schemas.microsoft.com/office/drawing/2014/main" id="{AAF10228-79B0-7125-D017-A0F4E7E56BC8}"/>
              </a:ext>
            </a:extLst>
          </p:cNvPr>
          <p:cNvSpPr>
            <a:spLocks noGrp="1"/>
          </p:cNvSpPr>
          <p:nvPr>
            <p:ph type="body" sz="quarter" idx="678" hasCustomPrompt="1"/>
          </p:nvPr>
        </p:nvSpPr>
        <p:spPr>
          <a:xfrm>
            <a:off x="9135138" y="47914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5" name="Espaço Reservado para Texto 19">
            <a:extLst>
              <a:ext uri="{FF2B5EF4-FFF2-40B4-BE49-F238E27FC236}">
                <a16:creationId xmlns:a16="http://schemas.microsoft.com/office/drawing/2014/main" id="{1682D652-C19E-2E53-46D3-107073C2CEE2}"/>
              </a:ext>
            </a:extLst>
          </p:cNvPr>
          <p:cNvSpPr>
            <a:spLocks noGrp="1"/>
          </p:cNvSpPr>
          <p:nvPr>
            <p:ph type="body" sz="quarter" idx="679" hasCustomPrompt="1"/>
          </p:nvPr>
        </p:nvSpPr>
        <p:spPr>
          <a:xfrm>
            <a:off x="9135138" y="5327279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6" name="Espaço Reservado para Texto 19">
            <a:extLst>
              <a:ext uri="{FF2B5EF4-FFF2-40B4-BE49-F238E27FC236}">
                <a16:creationId xmlns:a16="http://schemas.microsoft.com/office/drawing/2014/main" id="{AED8E8D3-DD57-5CF0-6DE1-D9429A22E653}"/>
              </a:ext>
            </a:extLst>
          </p:cNvPr>
          <p:cNvSpPr>
            <a:spLocks noGrp="1"/>
          </p:cNvSpPr>
          <p:nvPr>
            <p:ph type="body" sz="quarter" idx="680" hasCustomPrompt="1"/>
          </p:nvPr>
        </p:nvSpPr>
        <p:spPr>
          <a:xfrm>
            <a:off x="9135138" y="5863080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7" name="Espaço Reservado para Texto 19">
            <a:extLst>
              <a:ext uri="{FF2B5EF4-FFF2-40B4-BE49-F238E27FC236}">
                <a16:creationId xmlns:a16="http://schemas.microsoft.com/office/drawing/2014/main" id="{FF013012-E942-EE84-1F12-53ACB95C1EB4}"/>
              </a:ext>
            </a:extLst>
          </p:cNvPr>
          <p:cNvSpPr>
            <a:spLocks noGrp="1"/>
          </p:cNvSpPr>
          <p:nvPr>
            <p:ph type="body" sz="quarter" idx="681" hasCustomPrompt="1"/>
          </p:nvPr>
        </p:nvSpPr>
        <p:spPr>
          <a:xfrm>
            <a:off x="9135138" y="63988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8" name="Espaço Reservado para Texto 19">
            <a:extLst>
              <a:ext uri="{FF2B5EF4-FFF2-40B4-BE49-F238E27FC236}">
                <a16:creationId xmlns:a16="http://schemas.microsoft.com/office/drawing/2014/main" id="{64ECFA3C-6266-E3CE-BCBA-AB18207FB1E4}"/>
              </a:ext>
            </a:extLst>
          </p:cNvPr>
          <p:cNvSpPr>
            <a:spLocks noGrp="1"/>
          </p:cNvSpPr>
          <p:nvPr>
            <p:ph type="body" sz="quarter" idx="682" hasCustomPrompt="1"/>
          </p:nvPr>
        </p:nvSpPr>
        <p:spPr>
          <a:xfrm>
            <a:off x="11292442" y="2112473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09" name="Espaço Reservado para Texto 19">
            <a:extLst>
              <a:ext uri="{FF2B5EF4-FFF2-40B4-BE49-F238E27FC236}">
                <a16:creationId xmlns:a16="http://schemas.microsoft.com/office/drawing/2014/main" id="{4664E578-5FEA-062B-035A-D90E781B0954}"/>
              </a:ext>
            </a:extLst>
          </p:cNvPr>
          <p:cNvSpPr>
            <a:spLocks noGrp="1"/>
          </p:cNvSpPr>
          <p:nvPr>
            <p:ph type="body" sz="quarter" idx="683" hasCustomPrompt="1"/>
          </p:nvPr>
        </p:nvSpPr>
        <p:spPr>
          <a:xfrm>
            <a:off x="11292442" y="2648274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10" name="Espaço Reservado para Texto 19">
            <a:extLst>
              <a:ext uri="{FF2B5EF4-FFF2-40B4-BE49-F238E27FC236}">
                <a16:creationId xmlns:a16="http://schemas.microsoft.com/office/drawing/2014/main" id="{F61397A6-59F8-74C6-D9F0-D47176907D69}"/>
              </a:ext>
            </a:extLst>
          </p:cNvPr>
          <p:cNvSpPr>
            <a:spLocks noGrp="1"/>
          </p:cNvSpPr>
          <p:nvPr>
            <p:ph type="body" sz="quarter" idx="684" hasCustomPrompt="1"/>
          </p:nvPr>
        </p:nvSpPr>
        <p:spPr>
          <a:xfrm>
            <a:off x="11292442" y="3184075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11" name="Espaço Reservado para Texto 19">
            <a:extLst>
              <a:ext uri="{FF2B5EF4-FFF2-40B4-BE49-F238E27FC236}">
                <a16:creationId xmlns:a16="http://schemas.microsoft.com/office/drawing/2014/main" id="{712116C4-FFD7-AB83-9BE7-0E4590137353}"/>
              </a:ext>
            </a:extLst>
          </p:cNvPr>
          <p:cNvSpPr>
            <a:spLocks noGrp="1"/>
          </p:cNvSpPr>
          <p:nvPr>
            <p:ph type="body" sz="quarter" idx="685" hasCustomPrompt="1"/>
          </p:nvPr>
        </p:nvSpPr>
        <p:spPr>
          <a:xfrm>
            <a:off x="11292442" y="3719876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213" name="Espaço Reservado para Texto 19">
            <a:extLst>
              <a:ext uri="{FF2B5EF4-FFF2-40B4-BE49-F238E27FC236}">
                <a16:creationId xmlns:a16="http://schemas.microsoft.com/office/drawing/2014/main" id="{F161CAA5-6E94-84B5-2F4B-2DF91B8CD32E}"/>
              </a:ext>
            </a:extLst>
          </p:cNvPr>
          <p:cNvSpPr>
            <a:spLocks noGrp="1"/>
          </p:cNvSpPr>
          <p:nvPr>
            <p:ph type="body" sz="quarter" idx="686" hasCustomPrompt="1"/>
          </p:nvPr>
        </p:nvSpPr>
        <p:spPr>
          <a:xfrm>
            <a:off x="11292442" y="4255677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83" name="Espaço Reservado para Texto 19">
            <a:extLst>
              <a:ext uri="{FF2B5EF4-FFF2-40B4-BE49-F238E27FC236}">
                <a16:creationId xmlns:a16="http://schemas.microsoft.com/office/drawing/2014/main" id="{262626B6-B377-5918-F62A-CE0ACA34EBA8}"/>
              </a:ext>
            </a:extLst>
          </p:cNvPr>
          <p:cNvSpPr>
            <a:spLocks noGrp="1"/>
          </p:cNvSpPr>
          <p:nvPr>
            <p:ph type="body" sz="quarter" idx="687" hasCustomPrompt="1"/>
          </p:nvPr>
        </p:nvSpPr>
        <p:spPr>
          <a:xfrm>
            <a:off x="11292442" y="47914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84" name="Espaço Reservado para Texto 19">
            <a:extLst>
              <a:ext uri="{FF2B5EF4-FFF2-40B4-BE49-F238E27FC236}">
                <a16:creationId xmlns:a16="http://schemas.microsoft.com/office/drawing/2014/main" id="{B3DE7E0A-3521-B820-6283-34D247F89CD9}"/>
              </a:ext>
            </a:extLst>
          </p:cNvPr>
          <p:cNvSpPr>
            <a:spLocks noGrp="1"/>
          </p:cNvSpPr>
          <p:nvPr>
            <p:ph type="body" sz="quarter" idx="688" hasCustomPrompt="1"/>
          </p:nvPr>
        </p:nvSpPr>
        <p:spPr>
          <a:xfrm>
            <a:off x="11292442" y="5327279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85" name="Espaço Reservado para Texto 19">
            <a:extLst>
              <a:ext uri="{FF2B5EF4-FFF2-40B4-BE49-F238E27FC236}">
                <a16:creationId xmlns:a16="http://schemas.microsoft.com/office/drawing/2014/main" id="{DAFCFB77-800A-CCFC-D938-DCD9B8ACD9F4}"/>
              </a:ext>
            </a:extLst>
          </p:cNvPr>
          <p:cNvSpPr>
            <a:spLocks noGrp="1"/>
          </p:cNvSpPr>
          <p:nvPr>
            <p:ph type="body" sz="quarter" idx="689" hasCustomPrompt="1"/>
          </p:nvPr>
        </p:nvSpPr>
        <p:spPr>
          <a:xfrm>
            <a:off x="11292442" y="5863080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  <p:sp>
        <p:nvSpPr>
          <p:cNvPr id="386" name="Espaço Reservado para Texto 19">
            <a:extLst>
              <a:ext uri="{FF2B5EF4-FFF2-40B4-BE49-F238E27FC236}">
                <a16:creationId xmlns:a16="http://schemas.microsoft.com/office/drawing/2014/main" id="{377D6394-C068-4745-0464-4F7E9A5499B5}"/>
              </a:ext>
            </a:extLst>
          </p:cNvPr>
          <p:cNvSpPr>
            <a:spLocks noGrp="1"/>
          </p:cNvSpPr>
          <p:nvPr>
            <p:ph type="body" sz="quarter" idx="690" hasCustomPrompt="1"/>
          </p:nvPr>
        </p:nvSpPr>
        <p:spPr>
          <a:xfrm>
            <a:off x="11292442" y="6398878"/>
            <a:ext cx="135236" cy="14021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144000" tIns="72000" rIns="144000" bIns="45720" rtlCol="0">
            <a:spAutoFit/>
          </a:bodyPr>
          <a:lstStyle>
            <a:lvl1pPr>
              <a:defRPr lang="pt-BR" sz="100" dirty="0">
                <a:noFill/>
                <a:latin typeface="+mj-lt"/>
              </a:defRPr>
            </a:lvl1pPr>
          </a:lstStyle>
          <a:p>
            <a:pPr marL="0" lvl="0" indent="0">
              <a:buNone/>
            </a:pPr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47140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+ texto e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1">
            <a:extLst>
              <a:ext uri="{FF2B5EF4-FFF2-40B4-BE49-F238E27FC236}">
                <a16:creationId xmlns:a16="http://schemas.microsoft.com/office/drawing/2014/main" id="{0B30D517-359F-D0B4-9AD4-6805B5FF1D4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4173538" cy="6858000"/>
          </a:xfrm>
          <a:prstGeom prst="rect">
            <a:avLst/>
          </a:prstGeom>
        </p:spPr>
        <p:txBody>
          <a:bodyPr lIns="396000" tIns="504000"/>
          <a:lstStyle>
            <a:lvl1pPr marL="0" indent="0">
              <a:buNone/>
              <a:defRPr lang="pt-B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</a:pPr>
            <a:r>
              <a:rPr lang="pt-BR"/>
              <a:t>Clique para inserir imagem</a:t>
            </a:r>
          </a:p>
        </p:txBody>
      </p:sp>
      <p:sp>
        <p:nvSpPr>
          <p:cNvPr id="4" name="Espaço Reservado para Texto 138">
            <a:extLst>
              <a:ext uri="{FF2B5EF4-FFF2-40B4-BE49-F238E27FC236}">
                <a16:creationId xmlns:a16="http://schemas.microsoft.com/office/drawing/2014/main" id="{FC944C0D-5AE7-869E-2CF6-770D3107E3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59620" y="0"/>
            <a:ext cx="2319020" cy="1005840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" name="Espaço Reservado para Texto 23">
            <a:extLst>
              <a:ext uri="{FF2B5EF4-FFF2-40B4-BE49-F238E27FC236}">
                <a16:creationId xmlns:a16="http://schemas.microsoft.com/office/drawing/2014/main" id="{D4194C2F-02EC-5C53-9804-38109B9EDA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5400000" flipH="1">
            <a:off x="3252236" y="1010542"/>
            <a:ext cx="1897412" cy="2083480"/>
          </a:xfrm>
          <a:custGeom>
            <a:avLst/>
            <a:gdLst>
              <a:gd name="connsiteX0" fmla="*/ 2220913 w 2220913"/>
              <a:gd name="connsiteY0" fmla="*/ 2073574 h 2438706"/>
              <a:gd name="connsiteX1" fmla="*/ 2220912 w 2220913"/>
              <a:gd name="connsiteY1" fmla="*/ 613088 h 2438706"/>
              <a:gd name="connsiteX2" fmla="*/ 1855781 w 2220913"/>
              <a:gd name="connsiteY2" fmla="*/ 247956 h 2438706"/>
              <a:gd name="connsiteX3" fmla="*/ 1327107 w 2220913"/>
              <a:gd name="connsiteY3" fmla="*/ 247956 h 2438706"/>
              <a:gd name="connsiteX4" fmla="*/ 1110456 w 2220913"/>
              <a:gd name="connsiteY4" fmla="*/ 0 h 2438706"/>
              <a:gd name="connsiteX5" fmla="*/ 893805 w 2220913"/>
              <a:gd name="connsiteY5" fmla="*/ 247956 h 2438706"/>
              <a:gd name="connsiteX6" fmla="*/ 365132 w 2220913"/>
              <a:gd name="connsiteY6" fmla="*/ 247956 h 2438706"/>
              <a:gd name="connsiteX7" fmla="*/ 0 w 2220913"/>
              <a:gd name="connsiteY7" fmla="*/ 613088 h 2438706"/>
              <a:gd name="connsiteX8" fmla="*/ 0 w 2220913"/>
              <a:gd name="connsiteY8" fmla="*/ 2073574 h 2438706"/>
              <a:gd name="connsiteX9" fmla="*/ 365132 w 2220913"/>
              <a:gd name="connsiteY9" fmla="*/ 2438706 h 2438706"/>
              <a:gd name="connsiteX10" fmla="*/ 1855781 w 2220913"/>
              <a:gd name="connsiteY10" fmla="*/ 2438706 h 2438706"/>
              <a:gd name="connsiteX11" fmla="*/ 2220913 w 2220913"/>
              <a:gd name="connsiteY11" fmla="*/ 2073574 h 24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0913" h="2438706">
                <a:moveTo>
                  <a:pt x="2220913" y="2073574"/>
                </a:moveTo>
                <a:lnTo>
                  <a:pt x="2220912" y="613088"/>
                </a:lnTo>
                <a:cubicBezTo>
                  <a:pt x="2220912" y="411431"/>
                  <a:pt x="2057437" y="247956"/>
                  <a:pt x="1855781" y="247956"/>
                </a:cubicBezTo>
                <a:lnTo>
                  <a:pt x="1327107" y="247956"/>
                </a:lnTo>
                <a:lnTo>
                  <a:pt x="1110456" y="0"/>
                </a:lnTo>
                <a:lnTo>
                  <a:pt x="893805" y="247956"/>
                </a:lnTo>
                <a:lnTo>
                  <a:pt x="365132" y="247956"/>
                </a:lnTo>
                <a:cubicBezTo>
                  <a:pt x="163475" y="247956"/>
                  <a:pt x="0" y="411431"/>
                  <a:pt x="0" y="613088"/>
                </a:cubicBezTo>
                <a:lnTo>
                  <a:pt x="0" y="2073574"/>
                </a:lnTo>
                <a:cubicBezTo>
                  <a:pt x="0" y="2275231"/>
                  <a:pt x="163475" y="2438706"/>
                  <a:pt x="365132" y="2438706"/>
                </a:cubicBezTo>
                <a:lnTo>
                  <a:pt x="1855781" y="2438706"/>
                </a:lnTo>
                <a:cubicBezTo>
                  <a:pt x="2057438" y="2438706"/>
                  <a:pt x="2220913" y="2275231"/>
                  <a:pt x="2220913" y="2073574"/>
                </a:cubicBezTo>
                <a:close/>
              </a:path>
            </a:pathLst>
          </a:custGeom>
          <a:solidFill>
            <a:schemeClr val="accent5"/>
          </a:solidFill>
          <a:ln w="28575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D68D14D5-BA94-48BA-A975-8E46CE7035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5263" y="1417493"/>
            <a:ext cx="1315119" cy="126957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Inserir destaque pequeno </a:t>
            </a:r>
          </a:p>
          <a:p>
            <a:pPr lvl="0"/>
            <a:r>
              <a:rPr lang="pt-BR"/>
              <a:t>de texto </a:t>
            </a:r>
          </a:p>
          <a:p>
            <a:pPr lvl="0"/>
            <a:r>
              <a:rPr lang="pt-BR"/>
              <a:t>ou ícone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7FDD356C-6F6B-67D7-EDBF-C174D3443D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6920" y="2292348"/>
            <a:ext cx="5487404" cy="10064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6600">
                <a:solidFill>
                  <a:schemeClr val="bg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destaque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F66905B0-D3AE-F753-9E4D-3CC970E31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6920" y="1812217"/>
            <a:ext cx="5487404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título</a:t>
            </a:r>
          </a:p>
        </p:txBody>
      </p:sp>
      <p:sp>
        <p:nvSpPr>
          <p:cNvPr id="11" name="Espaço Reservado para Texto 8">
            <a:extLst>
              <a:ext uri="{FF2B5EF4-FFF2-40B4-BE49-F238E27FC236}">
                <a16:creationId xmlns:a16="http://schemas.microsoft.com/office/drawing/2014/main" id="{EFE7700B-5BF1-236A-46D7-5A7789B75FC9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5836920" y="3863424"/>
            <a:ext cx="5487404" cy="2660073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</p:spTree>
    <p:extLst>
      <p:ext uri="{BB962C8B-B14F-4D97-AF65-F5344CB8AC3E}">
        <p14:creationId xmlns:p14="http://schemas.microsoft.com/office/powerpoint/2010/main" val="478152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/tabela +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Conteúdo 8">
            <a:extLst>
              <a:ext uri="{FF2B5EF4-FFF2-40B4-BE49-F238E27FC236}">
                <a16:creationId xmlns:a16="http://schemas.microsoft.com/office/drawing/2014/main" id="{E0F20D10-86E8-C1AB-1201-5D5B69F5A1EC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4570494" y="1508759"/>
            <a:ext cx="6884271" cy="5014737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/>
            </a:lvl1pPr>
            <a:lvl5pPr>
              <a:defRPr lang="pt-BR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" name="Espaço Reservado para Texto 38">
            <a:extLst>
              <a:ext uri="{FF2B5EF4-FFF2-40B4-BE49-F238E27FC236}">
                <a16:creationId xmlns:a16="http://schemas.microsoft.com/office/drawing/2014/main" id="{4D2D9D85-B76D-8E24-3454-31F3D13CD8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-1" y="0"/>
            <a:ext cx="4136571" cy="6857999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5A4958E8-DF66-626B-687F-510D2E3AD8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V="1">
            <a:off x="4415792" y="642640"/>
            <a:ext cx="7038974" cy="717757"/>
          </a:xfrm>
          <a:custGeom>
            <a:avLst/>
            <a:gdLst>
              <a:gd name="connsiteX0" fmla="*/ 139880 w 6697342"/>
              <a:gd name="connsiteY0" fmla="*/ 682921 h 682921"/>
              <a:gd name="connsiteX1" fmla="*/ 6557462 w 6697342"/>
              <a:gd name="connsiteY1" fmla="*/ 682921 h 682921"/>
              <a:gd name="connsiteX2" fmla="*/ 6697342 w 6697342"/>
              <a:gd name="connsiteY2" fmla="*/ 543041 h 682921"/>
              <a:gd name="connsiteX3" fmla="*/ 6697342 w 6697342"/>
              <a:gd name="connsiteY3" fmla="*/ 339840 h 682921"/>
              <a:gd name="connsiteX4" fmla="*/ 6557462 w 6697342"/>
              <a:gd name="connsiteY4" fmla="*/ 199960 h 682921"/>
              <a:gd name="connsiteX5" fmla="*/ 559600 w 6697342"/>
              <a:gd name="connsiteY5" fmla="*/ 199960 h 682921"/>
              <a:gd name="connsiteX6" fmla="*/ 399887 w 6697342"/>
              <a:gd name="connsiteY6" fmla="*/ 0 h 682921"/>
              <a:gd name="connsiteX7" fmla="*/ 240175 w 6697342"/>
              <a:gd name="connsiteY7" fmla="*/ 199960 h 682921"/>
              <a:gd name="connsiteX8" fmla="*/ 139880 w 6697342"/>
              <a:gd name="connsiteY8" fmla="*/ 199960 h 682921"/>
              <a:gd name="connsiteX9" fmla="*/ 0 w 6697342"/>
              <a:gd name="connsiteY9" fmla="*/ 339840 h 682921"/>
              <a:gd name="connsiteX10" fmla="*/ 0 w 6697342"/>
              <a:gd name="connsiteY10" fmla="*/ 543041 h 682921"/>
              <a:gd name="connsiteX11" fmla="*/ 139880 w 6697342"/>
              <a:gd name="connsiteY11" fmla="*/ 682921 h 68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97342" h="682921">
                <a:moveTo>
                  <a:pt x="139880" y="682921"/>
                </a:moveTo>
                <a:lnTo>
                  <a:pt x="6557462" y="682921"/>
                </a:lnTo>
                <a:cubicBezTo>
                  <a:pt x="6634716" y="682921"/>
                  <a:pt x="6697342" y="620295"/>
                  <a:pt x="6697342" y="543041"/>
                </a:cubicBezTo>
                <a:lnTo>
                  <a:pt x="6697342" y="339840"/>
                </a:lnTo>
                <a:cubicBezTo>
                  <a:pt x="6697342" y="262586"/>
                  <a:pt x="6634716" y="199960"/>
                  <a:pt x="6557462" y="199960"/>
                </a:cubicBezTo>
                <a:lnTo>
                  <a:pt x="559600" y="199960"/>
                </a:lnTo>
                <a:lnTo>
                  <a:pt x="399887" y="0"/>
                </a:lnTo>
                <a:lnTo>
                  <a:pt x="240175" y="199960"/>
                </a:lnTo>
                <a:lnTo>
                  <a:pt x="139880" y="199960"/>
                </a:lnTo>
                <a:cubicBezTo>
                  <a:pt x="62626" y="199960"/>
                  <a:pt x="0" y="262586"/>
                  <a:pt x="0" y="339840"/>
                </a:cubicBezTo>
                <a:lnTo>
                  <a:pt x="0" y="543041"/>
                </a:lnTo>
                <a:cubicBezTo>
                  <a:pt x="0" y="620295"/>
                  <a:pt x="62626" y="682921"/>
                  <a:pt x="139880" y="682921"/>
                </a:cubicBezTo>
                <a:close/>
              </a:path>
            </a:pathLst>
          </a:custGeom>
          <a:solidFill>
            <a:srgbClr val="F2F2F2"/>
          </a:solidFill>
          <a:ln w="19050">
            <a:noFill/>
          </a:ln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A164EF98-A57C-D320-3E77-5AE8BCD697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37" y="3238653"/>
            <a:ext cx="3526877" cy="16435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br>
              <a:rPr lang="pt-BR"/>
            </a:b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36B035B4-821B-7A1D-68AC-FCA50A923B5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0037" y="5157288"/>
            <a:ext cx="352687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80000" indent="-180000">
              <a:buClr>
                <a:schemeClr val="accent1"/>
              </a:buClr>
              <a:buFont typeface="Courier New" panose="02070309020205020404" pitchFamily="49" charset="0"/>
              <a:buChar char="o"/>
              <a:defRPr sz="1600">
                <a:solidFill>
                  <a:schemeClr val="bg1"/>
                </a:solidFill>
                <a:latin typeface="+mn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755E4E13-FB05-B409-AADD-605D589E5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037" y="1948532"/>
            <a:ext cx="3526877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destaque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EF3F0C45-BB97-1B1B-A7EE-7FDB8B3005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7" y="1628924"/>
            <a:ext cx="3526877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título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0BB63799-981A-148B-AD23-37D3C5AAB8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0495" y="730249"/>
            <a:ext cx="667156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000" kern="1200" dirty="0">
                <a:solidFill>
                  <a:schemeClr val="tx2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FC036052-DEDF-654C-FBDB-7A298BF1502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0800000" flipH="1">
            <a:off x="9709340" y="415343"/>
            <a:ext cx="1340482" cy="1471935"/>
          </a:xfrm>
          <a:custGeom>
            <a:avLst/>
            <a:gdLst>
              <a:gd name="connsiteX0" fmla="*/ 2220913 w 2220913"/>
              <a:gd name="connsiteY0" fmla="*/ 2073574 h 2438706"/>
              <a:gd name="connsiteX1" fmla="*/ 2220912 w 2220913"/>
              <a:gd name="connsiteY1" fmla="*/ 613088 h 2438706"/>
              <a:gd name="connsiteX2" fmla="*/ 1855781 w 2220913"/>
              <a:gd name="connsiteY2" fmla="*/ 247956 h 2438706"/>
              <a:gd name="connsiteX3" fmla="*/ 1327107 w 2220913"/>
              <a:gd name="connsiteY3" fmla="*/ 247956 h 2438706"/>
              <a:gd name="connsiteX4" fmla="*/ 1110456 w 2220913"/>
              <a:gd name="connsiteY4" fmla="*/ 0 h 2438706"/>
              <a:gd name="connsiteX5" fmla="*/ 893805 w 2220913"/>
              <a:gd name="connsiteY5" fmla="*/ 247956 h 2438706"/>
              <a:gd name="connsiteX6" fmla="*/ 365132 w 2220913"/>
              <a:gd name="connsiteY6" fmla="*/ 247956 h 2438706"/>
              <a:gd name="connsiteX7" fmla="*/ 0 w 2220913"/>
              <a:gd name="connsiteY7" fmla="*/ 613088 h 2438706"/>
              <a:gd name="connsiteX8" fmla="*/ 0 w 2220913"/>
              <a:gd name="connsiteY8" fmla="*/ 2073574 h 2438706"/>
              <a:gd name="connsiteX9" fmla="*/ 365132 w 2220913"/>
              <a:gd name="connsiteY9" fmla="*/ 2438706 h 2438706"/>
              <a:gd name="connsiteX10" fmla="*/ 1855781 w 2220913"/>
              <a:gd name="connsiteY10" fmla="*/ 2438706 h 2438706"/>
              <a:gd name="connsiteX11" fmla="*/ 2220913 w 2220913"/>
              <a:gd name="connsiteY11" fmla="*/ 2073574 h 24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0913" h="2438706">
                <a:moveTo>
                  <a:pt x="2220913" y="2073574"/>
                </a:moveTo>
                <a:lnTo>
                  <a:pt x="2220912" y="613088"/>
                </a:lnTo>
                <a:cubicBezTo>
                  <a:pt x="2220912" y="411431"/>
                  <a:pt x="2057437" y="247956"/>
                  <a:pt x="1855781" y="247956"/>
                </a:cubicBezTo>
                <a:lnTo>
                  <a:pt x="1327107" y="247956"/>
                </a:lnTo>
                <a:lnTo>
                  <a:pt x="1110456" y="0"/>
                </a:lnTo>
                <a:lnTo>
                  <a:pt x="893805" y="247956"/>
                </a:lnTo>
                <a:lnTo>
                  <a:pt x="365132" y="247956"/>
                </a:lnTo>
                <a:cubicBezTo>
                  <a:pt x="163475" y="247956"/>
                  <a:pt x="0" y="411431"/>
                  <a:pt x="0" y="613088"/>
                </a:cubicBezTo>
                <a:lnTo>
                  <a:pt x="0" y="2073574"/>
                </a:lnTo>
                <a:cubicBezTo>
                  <a:pt x="0" y="2275231"/>
                  <a:pt x="163475" y="2438706"/>
                  <a:pt x="365132" y="2438706"/>
                </a:cubicBezTo>
                <a:lnTo>
                  <a:pt x="1855781" y="2438706"/>
                </a:lnTo>
                <a:cubicBezTo>
                  <a:pt x="2057438" y="2438706"/>
                  <a:pt x="2220913" y="2275231"/>
                  <a:pt x="2220913" y="2073574"/>
                </a:cubicBezTo>
                <a:close/>
              </a:path>
            </a:pathLst>
          </a:custGeom>
          <a:solidFill>
            <a:schemeClr val="accent5"/>
          </a:solidFill>
          <a:ln w="28575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9714003B-3E55-A926-11A2-98870F11DA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36144" y="567088"/>
            <a:ext cx="1086875" cy="5632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85000"/>
              </a:lnSpc>
              <a:buNone/>
              <a:defRPr sz="3600">
                <a:solidFill>
                  <a:schemeClr val="bg1"/>
                </a:solidFill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XX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64B71F71-7A16-C9BA-3360-28B9882DD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36144" y="1054485"/>
            <a:ext cx="1086875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85000"/>
              </a:lnSpc>
              <a:buNone/>
              <a:defRPr sz="14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Inserir destaque</a:t>
            </a:r>
          </a:p>
        </p:txBody>
      </p:sp>
    </p:spTree>
    <p:extLst>
      <p:ext uri="{BB962C8B-B14F-4D97-AF65-F5344CB8AC3E}">
        <p14:creationId xmlns:p14="http://schemas.microsoft.com/office/powerpoint/2010/main" val="2971319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/tabela +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437EF4C-487F-A22F-4690-95C345B44A36}"/>
              </a:ext>
            </a:extLst>
          </p:cNvPr>
          <p:cNvSpPr/>
          <p:nvPr userDrawn="1"/>
        </p:nvSpPr>
        <p:spPr>
          <a:xfrm>
            <a:off x="8796758" y="0"/>
            <a:ext cx="339524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D699E557-3DE3-F564-D476-90CBBFD517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99" y="1515990"/>
            <a:ext cx="8102853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7A445933-5D35-F2E7-5449-2C75C3002F65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469900" y="1960325"/>
            <a:ext cx="8102853" cy="4544818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 marL="0" indent="0">
              <a:buNone/>
              <a:defRPr lang="pt-BR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 marL="1828800" indent="0">
              <a:buNone/>
              <a:defRPr lang="pt-BR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15DA9C0B-8011-F72B-C83D-534054B15F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0551" y="3030078"/>
            <a:ext cx="2112311" cy="2212481"/>
          </a:xfrm>
          <a:prstGeom prst="rect">
            <a:avLst/>
          </a:prstGeom>
        </p:spPr>
        <p:txBody>
          <a:bodyPr vert="horz" lIns="144000" tIns="72000" rIns="144000" bIns="45720" rtlCol="0">
            <a:noAutofit/>
          </a:bodyPr>
          <a:lstStyle>
            <a:lvl1pPr>
              <a:defRPr lang="pt-BR" sz="14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2D60530A-A169-A7CB-9F68-39C19D722A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00551" y="5390591"/>
            <a:ext cx="2112311" cy="608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buClr>
                <a:schemeClr val="accent1"/>
              </a:buClr>
              <a:buFont typeface="Courier New" panose="02070309020205020404" pitchFamily="49" charset="0"/>
              <a:buNone/>
              <a:defRPr lang="pt-BR" sz="1400" kern="1200" dirty="0" smtClean="0">
                <a:solidFill>
                  <a:schemeClr val="bg1"/>
                </a:solidFill>
                <a:latin typeface="+mn-lt"/>
                <a:ea typeface="+mn-ea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endParaRPr lang="pt-BR"/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AFCD2E6D-5436-F0B6-D5A7-2AF4009C0E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0551" y="1464035"/>
            <a:ext cx="211231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 </a:t>
            </a:r>
          </a:p>
        </p:txBody>
      </p:sp>
      <p:sp>
        <p:nvSpPr>
          <p:cNvPr id="24" name="Espaço Reservado para Texto 11">
            <a:extLst>
              <a:ext uri="{FF2B5EF4-FFF2-40B4-BE49-F238E27FC236}">
                <a16:creationId xmlns:a16="http://schemas.microsoft.com/office/drawing/2014/main" id="{49E63902-DA0B-B5FB-7D41-8529EDC756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0800000" flipH="1">
            <a:off x="7007253" y="1228395"/>
            <a:ext cx="1340482" cy="1471935"/>
          </a:xfrm>
          <a:custGeom>
            <a:avLst/>
            <a:gdLst>
              <a:gd name="connsiteX0" fmla="*/ 2220913 w 2220913"/>
              <a:gd name="connsiteY0" fmla="*/ 2073574 h 2438706"/>
              <a:gd name="connsiteX1" fmla="*/ 2220912 w 2220913"/>
              <a:gd name="connsiteY1" fmla="*/ 613088 h 2438706"/>
              <a:gd name="connsiteX2" fmla="*/ 1855781 w 2220913"/>
              <a:gd name="connsiteY2" fmla="*/ 247956 h 2438706"/>
              <a:gd name="connsiteX3" fmla="*/ 1327107 w 2220913"/>
              <a:gd name="connsiteY3" fmla="*/ 247956 h 2438706"/>
              <a:gd name="connsiteX4" fmla="*/ 1110456 w 2220913"/>
              <a:gd name="connsiteY4" fmla="*/ 0 h 2438706"/>
              <a:gd name="connsiteX5" fmla="*/ 893805 w 2220913"/>
              <a:gd name="connsiteY5" fmla="*/ 247956 h 2438706"/>
              <a:gd name="connsiteX6" fmla="*/ 365132 w 2220913"/>
              <a:gd name="connsiteY6" fmla="*/ 247956 h 2438706"/>
              <a:gd name="connsiteX7" fmla="*/ 0 w 2220913"/>
              <a:gd name="connsiteY7" fmla="*/ 613088 h 2438706"/>
              <a:gd name="connsiteX8" fmla="*/ 0 w 2220913"/>
              <a:gd name="connsiteY8" fmla="*/ 2073574 h 2438706"/>
              <a:gd name="connsiteX9" fmla="*/ 365132 w 2220913"/>
              <a:gd name="connsiteY9" fmla="*/ 2438706 h 2438706"/>
              <a:gd name="connsiteX10" fmla="*/ 1855781 w 2220913"/>
              <a:gd name="connsiteY10" fmla="*/ 2438706 h 2438706"/>
              <a:gd name="connsiteX11" fmla="*/ 2220913 w 2220913"/>
              <a:gd name="connsiteY11" fmla="*/ 2073574 h 24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0913" h="2438706">
                <a:moveTo>
                  <a:pt x="2220913" y="2073574"/>
                </a:moveTo>
                <a:lnTo>
                  <a:pt x="2220912" y="613088"/>
                </a:lnTo>
                <a:cubicBezTo>
                  <a:pt x="2220912" y="411431"/>
                  <a:pt x="2057437" y="247956"/>
                  <a:pt x="1855781" y="247956"/>
                </a:cubicBezTo>
                <a:lnTo>
                  <a:pt x="1327107" y="247956"/>
                </a:lnTo>
                <a:lnTo>
                  <a:pt x="1110456" y="0"/>
                </a:lnTo>
                <a:lnTo>
                  <a:pt x="893805" y="247956"/>
                </a:lnTo>
                <a:lnTo>
                  <a:pt x="365132" y="247956"/>
                </a:lnTo>
                <a:cubicBezTo>
                  <a:pt x="163475" y="247956"/>
                  <a:pt x="0" y="411431"/>
                  <a:pt x="0" y="613088"/>
                </a:cubicBezTo>
                <a:lnTo>
                  <a:pt x="0" y="2073574"/>
                </a:lnTo>
                <a:cubicBezTo>
                  <a:pt x="0" y="2275231"/>
                  <a:pt x="163475" y="2438706"/>
                  <a:pt x="365132" y="2438706"/>
                </a:cubicBezTo>
                <a:lnTo>
                  <a:pt x="1855781" y="2438706"/>
                </a:lnTo>
                <a:cubicBezTo>
                  <a:pt x="2057438" y="2438706"/>
                  <a:pt x="2220913" y="2275231"/>
                  <a:pt x="2220913" y="2073574"/>
                </a:cubicBezTo>
                <a:close/>
              </a:path>
            </a:pathLst>
          </a:custGeom>
          <a:solidFill>
            <a:schemeClr val="accent5"/>
          </a:solidFill>
          <a:ln w="28575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25" name="Espaço Reservado para Texto 19">
            <a:extLst>
              <a:ext uri="{FF2B5EF4-FFF2-40B4-BE49-F238E27FC236}">
                <a16:creationId xmlns:a16="http://schemas.microsoft.com/office/drawing/2014/main" id="{48A8DF1B-2737-5A1C-FEC8-4EB9997143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4056" y="1380140"/>
            <a:ext cx="1086875" cy="5632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85000"/>
              </a:lnSpc>
              <a:buNone/>
              <a:defRPr sz="3600">
                <a:solidFill>
                  <a:schemeClr val="bg1"/>
                </a:solidFill>
                <a:latin typeface="+mj-lt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XX</a:t>
            </a:r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DB5B6DAF-04D1-AFCB-B046-DB5C75D2E1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4056" y="1867537"/>
            <a:ext cx="1086875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85000"/>
              </a:lnSpc>
              <a:buNone/>
              <a:defRPr sz="14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Inserir destaque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80EB0E85-45F3-38F3-AD7B-20FDF601E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8102853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4508DF69-2F38-E5DC-EA48-5E807C70D2E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1" y="748264"/>
            <a:ext cx="8102852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136371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11" pos="5496">
          <p15:clr>
            <a:srgbClr val="FBAE40"/>
          </p15:clr>
        </p15:guide>
        <p15:guide id="12" pos="558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5 p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167D723E-F030-B316-EC10-2D4B9A6E6AB4}"/>
              </a:ext>
            </a:extLst>
          </p:cNvPr>
          <p:cNvSpPr/>
          <p:nvPr userDrawn="1"/>
        </p:nvSpPr>
        <p:spPr>
          <a:xfrm>
            <a:off x="7691120" y="0"/>
            <a:ext cx="450088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94B2A332-EB15-85AB-A59F-56CBD617733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09255" y="1515990"/>
            <a:ext cx="3554406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>
              <a:defRPr lang="pt-BR"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Título Conteúdo</a:t>
            </a:r>
          </a:p>
        </p:txBody>
      </p:sp>
      <p:sp>
        <p:nvSpPr>
          <p:cNvPr id="15" name="Espaço Reservado para Conteúdo 8">
            <a:extLst>
              <a:ext uri="{FF2B5EF4-FFF2-40B4-BE49-F238E27FC236}">
                <a16:creationId xmlns:a16="http://schemas.microsoft.com/office/drawing/2014/main" id="{41BB89C2-C500-4FE7-6F6C-B49A8258ED85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8009256" y="1960325"/>
            <a:ext cx="3554406" cy="4563162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>
                <a:solidFill>
                  <a:schemeClr val="bg1"/>
                </a:solidFill>
              </a:defRPr>
            </a:lvl1pPr>
            <a:lvl5pPr>
              <a:defRPr lang="pt-BR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" name="Espaço Reservado para Texto 30">
            <a:extLst>
              <a:ext uri="{FF2B5EF4-FFF2-40B4-BE49-F238E27FC236}">
                <a16:creationId xmlns:a16="http://schemas.microsoft.com/office/drawing/2014/main" id="{12B2B16B-57AC-365C-6F58-8CCE7CBA6C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10800000" flipH="1">
            <a:off x="8009255" y="252808"/>
            <a:ext cx="1710667" cy="1106092"/>
          </a:xfrm>
          <a:custGeom>
            <a:avLst/>
            <a:gdLst>
              <a:gd name="connsiteX0" fmla="*/ 221131 w 2276475"/>
              <a:gd name="connsiteY0" fmla="*/ 1471935 h 1471935"/>
              <a:gd name="connsiteX1" fmla="*/ 340149 w 2276475"/>
              <a:gd name="connsiteY1" fmla="*/ 1471935 h 1471935"/>
              <a:gd name="connsiteX2" fmla="*/ 1239863 w 2276475"/>
              <a:gd name="connsiteY2" fmla="*/ 1471935 h 1471935"/>
              <a:gd name="connsiteX3" fmla="*/ 2055344 w 2276475"/>
              <a:gd name="connsiteY3" fmla="*/ 1471935 h 1471935"/>
              <a:gd name="connsiteX4" fmla="*/ 2276475 w 2276475"/>
              <a:gd name="connsiteY4" fmla="*/ 1250804 h 1471935"/>
              <a:gd name="connsiteX5" fmla="*/ 2276475 w 2276475"/>
              <a:gd name="connsiteY5" fmla="*/ 366308 h 1471935"/>
              <a:gd name="connsiteX6" fmla="*/ 2055344 w 2276475"/>
              <a:gd name="connsiteY6" fmla="*/ 145177 h 1471935"/>
              <a:gd name="connsiteX7" fmla="*/ 916854 w 2276475"/>
              <a:gd name="connsiteY7" fmla="*/ 145177 h 1471935"/>
              <a:gd name="connsiteX8" fmla="*/ 790006 w 2276475"/>
              <a:gd name="connsiteY8" fmla="*/ 0 h 1471935"/>
              <a:gd name="connsiteX9" fmla="*/ 663158 w 2276475"/>
              <a:gd name="connsiteY9" fmla="*/ 145177 h 1471935"/>
              <a:gd name="connsiteX10" fmla="*/ 221131 w 2276475"/>
              <a:gd name="connsiteY10" fmla="*/ 145177 h 1471935"/>
              <a:gd name="connsiteX11" fmla="*/ 0 w 2276475"/>
              <a:gd name="connsiteY11" fmla="*/ 366308 h 1471935"/>
              <a:gd name="connsiteX12" fmla="*/ 0 w 2276475"/>
              <a:gd name="connsiteY12" fmla="*/ 1250804 h 1471935"/>
              <a:gd name="connsiteX13" fmla="*/ 221131 w 2276475"/>
              <a:gd name="connsiteY13" fmla="*/ 1471935 h 147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76475" h="1471935">
                <a:moveTo>
                  <a:pt x="221131" y="1471935"/>
                </a:moveTo>
                <a:lnTo>
                  <a:pt x="340149" y="1471935"/>
                </a:lnTo>
                <a:lnTo>
                  <a:pt x="1239863" y="1471935"/>
                </a:lnTo>
                <a:lnTo>
                  <a:pt x="2055344" y="1471935"/>
                </a:lnTo>
                <a:cubicBezTo>
                  <a:pt x="2177471" y="1471935"/>
                  <a:pt x="2276475" y="1372931"/>
                  <a:pt x="2276475" y="1250804"/>
                </a:cubicBezTo>
                <a:lnTo>
                  <a:pt x="2276475" y="366308"/>
                </a:lnTo>
                <a:cubicBezTo>
                  <a:pt x="2276475" y="244181"/>
                  <a:pt x="2177471" y="145177"/>
                  <a:pt x="2055344" y="145177"/>
                </a:cubicBezTo>
                <a:lnTo>
                  <a:pt x="916854" y="145177"/>
                </a:lnTo>
                <a:lnTo>
                  <a:pt x="790006" y="0"/>
                </a:lnTo>
                <a:lnTo>
                  <a:pt x="663158" y="145177"/>
                </a:lnTo>
                <a:lnTo>
                  <a:pt x="221131" y="145177"/>
                </a:lnTo>
                <a:cubicBezTo>
                  <a:pt x="99004" y="145177"/>
                  <a:pt x="0" y="244181"/>
                  <a:pt x="0" y="366308"/>
                </a:cubicBezTo>
                <a:lnTo>
                  <a:pt x="0" y="1250804"/>
                </a:lnTo>
                <a:cubicBezTo>
                  <a:pt x="0" y="1372931"/>
                  <a:pt x="99004" y="1471935"/>
                  <a:pt x="221131" y="1471935"/>
                </a:cubicBezTo>
                <a:close/>
              </a:path>
            </a:pathLst>
          </a:custGeom>
          <a:solidFill>
            <a:schemeClr val="accent5"/>
          </a:solidFill>
          <a:ln w="28575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2C36D90E-A873-689B-0D19-19C56DE409D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6163" y="506724"/>
            <a:ext cx="1316851" cy="5632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buNone/>
              <a:defRPr sz="180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Inserir destaque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7C192B08-92A9-827E-942B-C0E79039CEF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9899" y="281953"/>
            <a:ext cx="7018021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15CDDBB0-1E63-F51A-FB32-ACEE340EBC7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9901" y="748264"/>
            <a:ext cx="7018020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34" name="Espaço Reservado para Texto 19">
            <a:extLst>
              <a:ext uri="{FF2B5EF4-FFF2-40B4-BE49-F238E27FC236}">
                <a16:creationId xmlns:a16="http://schemas.microsoft.com/office/drawing/2014/main" id="{A723F38F-6FC7-B96F-4E1D-35166067870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132898" y="1515990"/>
            <a:ext cx="335502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5" name="Espaço Reservado para Conteúdo 8">
            <a:extLst>
              <a:ext uri="{FF2B5EF4-FFF2-40B4-BE49-F238E27FC236}">
                <a16:creationId xmlns:a16="http://schemas.microsoft.com/office/drawing/2014/main" id="{39FF2D10-679E-6793-7CEF-FE62C9D719F0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4132898" y="1960325"/>
            <a:ext cx="3355022" cy="1903096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/>
            </a:lvl1pPr>
            <a:lvl5pPr>
              <a:defRPr lang="pt-BR" sz="1400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36" name="Espaço Reservado para Texto 19">
            <a:extLst>
              <a:ext uri="{FF2B5EF4-FFF2-40B4-BE49-F238E27FC236}">
                <a16:creationId xmlns:a16="http://schemas.microsoft.com/office/drawing/2014/main" id="{0CEAED4D-C04D-1B71-9F50-7F51C85F2A1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69901" y="1515990"/>
            <a:ext cx="335502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37" name="Espaço Reservado para Conteúdo 8">
            <a:extLst>
              <a:ext uri="{FF2B5EF4-FFF2-40B4-BE49-F238E27FC236}">
                <a16:creationId xmlns:a16="http://schemas.microsoft.com/office/drawing/2014/main" id="{1AF6CE5B-E2BC-F773-670E-C982AFC3C36D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>
            <a:off x="469901" y="1960325"/>
            <a:ext cx="3355022" cy="1903096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/>
            </a:lvl1pPr>
            <a:lvl5pPr>
              <a:defRPr lang="pt-BR" sz="1400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C05A48E8-E921-08A9-4DEE-17496F10558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132898" y="4176062"/>
            <a:ext cx="335502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2" name="Espaço Reservado para Conteúdo 8">
            <a:extLst>
              <a:ext uri="{FF2B5EF4-FFF2-40B4-BE49-F238E27FC236}">
                <a16:creationId xmlns:a16="http://schemas.microsoft.com/office/drawing/2014/main" id="{69181EED-5C49-2AAF-0C32-3320AB9479A9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4132898" y="4620397"/>
            <a:ext cx="3355022" cy="1903096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/>
            </a:lvl1pPr>
            <a:lvl5pPr>
              <a:defRPr lang="pt-BR" sz="1400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DAA06701-17B7-EADB-AC35-6A6C64F7017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9901" y="4176062"/>
            <a:ext cx="3355022" cy="331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 wrap="square" anchor="ctr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Título Conteúdo</a:t>
            </a:r>
          </a:p>
        </p:txBody>
      </p:sp>
      <p:sp>
        <p:nvSpPr>
          <p:cNvPr id="19" name="Espaço Reservado para Conteúdo 8">
            <a:extLst>
              <a:ext uri="{FF2B5EF4-FFF2-40B4-BE49-F238E27FC236}">
                <a16:creationId xmlns:a16="http://schemas.microsoft.com/office/drawing/2014/main" id="{9A10DABA-7374-EB0A-E67C-D13697EB2222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469901" y="4620397"/>
            <a:ext cx="3355022" cy="1903096"/>
          </a:xfrm>
          <a:prstGeom prst="rect">
            <a:avLst/>
          </a:prstGeom>
        </p:spPr>
        <p:txBody>
          <a:bodyPr vert="horz" lIns="144000" tIns="72000" rIns="144000" bIns="45720" rtlCol="0">
            <a:normAutofit/>
          </a:bodyPr>
          <a:lstStyle>
            <a:lvl1pPr>
              <a:defRPr lang="pt-BR" sz="1400"/>
            </a:lvl1pPr>
            <a:lvl5pPr>
              <a:defRPr lang="pt-BR" sz="1400"/>
            </a:lvl5pPr>
          </a:lstStyle>
          <a:p>
            <a:pPr marL="0" lvl="0" indent="0">
              <a:buNone/>
            </a:pPr>
            <a:r>
              <a:rPr lang="pt-BR"/>
              <a:t>Clique para inserir conteúdo</a:t>
            </a:r>
          </a:p>
          <a:p>
            <a:pPr lvl="4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481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5">
          <p15:clr>
            <a:srgbClr val="FBAE40"/>
          </p15:clr>
        </p15:guide>
        <p15:guide id="2" pos="279">
          <p15:clr>
            <a:srgbClr val="FBAE40"/>
          </p15:clr>
        </p15:guide>
        <p15:guide id="3" pos="7265">
          <p15:clr>
            <a:srgbClr val="FBAE40"/>
          </p15:clr>
        </p15:guide>
        <p15:guide id="4" pos="2661">
          <p15:clr>
            <a:srgbClr val="FBAE40"/>
          </p15:clr>
        </p15:guide>
        <p15:guide id="5" orient="horz" pos="2546">
          <p15:clr>
            <a:srgbClr val="FBAE40"/>
          </p15:clr>
        </p15:guide>
        <p15:guide id="6" orient="horz" pos="4065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pos="2547">
          <p15:clr>
            <a:srgbClr val="FBAE40"/>
          </p15:clr>
        </p15:guide>
        <p15:guide id="9" pos="4906">
          <p15:clr>
            <a:srgbClr val="FBAE40"/>
          </p15:clr>
        </p15:guide>
        <p15:guide id="10" pos="501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-up Celula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A5EF3B5-CA79-5C28-7434-F47A1AFF2A8E}"/>
              </a:ext>
            </a:extLst>
          </p:cNvPr>
          <p:cNvSpPr/>
          <p:nvPr userDrawn="1"/>
        </p:nvSpPr>
        <p:spPr>
          <a:xfrm flipV="1">
            <a:off x="2120099" y="0"/>
            <a:ext cx="4829341" cy="2010686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104B6C0-42C3-FA3C-D92B-99CC3B758889}"/>
              </a:ext>
            </a:extLst>
          </p:cNvPr>
          <p:cNvSpPr/>
          <p:nvPr userDrawn="1"/>
        </p:nvSpPr>
        <p:spPr>
          <a:xfrm flipV="1">
            <a:off x="1" y="0"/>
            <a:ext cx="5770147" cy="6858000"/>
          </a:xfrm>
          <a:custGeom>
            <a:avLst/>
            <a:gdLst>
              <a:gd name="connsiteX0" fmla="*/ 0 w 5802203"/>
              <a:gd name="connsiteY0" fmla="*/ 0 h 6896100"/>
              <a:gd name="connsiteX1" fmla="*/ 4377254 w 5802203"/>
              <a:gd name="connsiteY1" fmla="*/ 0 h 6896100"/>
              <a:gd name="connsiteX2" fmla="*/ 5378376 w 5802203"/>
              <a:gd name="connsiteY2" fmla="*/ 1001122 h 6896100"/>
              <a:gd name="connsiteX3" fmla="*/ 5378376 w 5802203"/>
              <a:gd name="connsiteY3" fmla="*/ 3047540 h 6896100"/>
              <a:gd name="connsiteX4" fmla="*/ 1529816 w 5802203"/>
              <a:gd name="connsiteY4" fmla="*/ 6896100 h 6896100"/>
              <a:gd name="connsiteX5" fmla="*/ 0 w 5802203"/>
              <a:gd name="connsiteY5" fmla="*/ 6896100 h 6896100"/>
              <a:gd name="connsiteX6" fmla="*/ 0 w 5802203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203" h="6896100">
                <a:moveTo>
                  <a:pt x="0" y="0"/>
                </a:moveTo>
                <a:lnTo>
                  <a:pt x="4377254" y="0"/>
                </a:lnTo>
                <a:lnTo>
                  <a:pt x="5378376" y="1001122"/>
                </a:lnTo>
                <a:cubicBezTo>
                  <a:pt x="5943479" y="1566225"/>
                  <a:pt x="5943479" y="2482437"/>
                  <a:pt x="5378376" y="3047540"/>
                </a:cubicBezTo>
                <a:lnTo>
                  <a:pt x="1529816" y="6896100"/>
                </a:lnTo>
                <a:lnTo>
                  <a:pt x="0" y="6896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5C79EBEE-C61C-7067-B596-10658115AD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71626" y="1519151"/>
            <a:ext cx="4829341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A415C6C8-5F9A-CA62-BD94-526A2764B2E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471627" y="2056661"/>
            <a:ext cx="4829338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8A85C45E-7D8C-3C3D-C439-0653319B8269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6471629" y="2778784"/>
            <a:ext cx="4829338" cy="2945741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29791DF9-E94C-3677-DB77-5951B55A94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6" r="10935"/>
          <a:stretch/>
        </p:blipFill>
        <p:spPr>
          <a:xfrm>
            <a:off x="1036674" y="0"/>
            <a:ext cx="5103325" cy="6858000"/>
          </a:xfrm>
          <a:prstGeom prst="rect">
            <a:avLst/>
          </a:prstGeom>
        </p:spPr>
      </p:pic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0A08EB0C-3F0F-7841-F901-FECE931AB67E}"/>
              </a:ext>
            </a:extLst>
          </p:cNvPr>
          <p:cNvSpPr>
            <a:spLocks noGrp="1"/>
          </p:cNvSpPr>
          <p:nvPr>
            <p:ph type="pic" sz="quarter" idx="330" hasCustomPrompt="1"/>
          </p:nvPr>
        </p:nvSpPr>
        <p:spPr>
          <a:xfrm>
            <a:off x="2204145" y="601297"/>
            <a:ext cx="2672655" cy="5488417"/>
          </a:xfrm>
          <a:prstGeom prst="roundRect">
            <a:avLst>
              <a:gd name="adj" fmla="val 8114"/>
            </a:avLst>
          </a:prstGeom>
        </p:spPr>
        <p:txBody>
          <a:bodyPr tIns="1728000" anchor="ctr"/>
          <a:lstStyle>
            <a:lvl1pPr marL="0" indent="0" algn="ctr">
              <a:lnSpc>
                <a:spcPct val="85000"/>
              </a:lnSpc>
              <a:buNone/>
              <a:defRPr sz="1400"/>
            </a:lvl1pPr>
          </a:lstStyle>
          <a:p>
            <a:r>
              <a:rPr lang="pt-BR"/>
              <a:t>Clique aqui para inserir</a:t>
            </a:r>
            <a:br>
              <a:rPr lang="pt-BR"/>
            </a:br>
            <a:r>
              <a:rPr lang="pt-BR"/>
              <a:t>imagem ou vídeo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EA490C1-AD43-4686-F559-F9D9517365B6}"/>
              </a:ext>
            </a:extLst>
          </p:cNvPr>
          <p:cNvSpPr/>
          <p:nvPr userDrawn="1"/>
        </p:nvSpPr>
        <p:spPr>
          <a:xfrm rot="10800000" flipV="1">
            <a:off x="4910923" y="5837155"/>
            <a:ext cx="2451901" cy="1020844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bg2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39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-up Celul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A5EF3B5-CA79-5C28-7434-F47A1AFF2A8E}"/>
              </a:ext>
            </a:extLst>
          </p:cNvPr>
          <p:cNvSpPr/>
          <p:nvPr userDrawn="1"/>
        </p:nvSpPr>
        <p:spPr>
          <a:xfrm flipV="1">
            <a:off x="2120099" y="0"/>
            <a:ext cx="4829341" cy="2010686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104B6C0-42C3-FA3C-D92B-99CC3B758889}"/>
              </a:ext>
            </a:extLst>
          </p:cNvPr>
          <p:cNvSpPr/>
          <p:nvPr userDrawn="1"/>
        </p:nvSpPr>
        <p:spPr>
          <a:xfrm flipV="1">
            <a:off x="1" y="0"/>
            <a:ext cx="5770147" cy="6858000"/>
          </a:xfrm>
          <a:custGeom>
            <a:avLst/>
            <a:gdLst>
              <a:gd name="connsiteX0" fmla="*/ 0 w 5802203"/>
              <a:gd name="connsiteY0" fmla="*/ 0 h 6896100"/>
              <a:gd name="connsiteX1" fmla="*/ 4377254 w 5802203"/>
              <a:gd name="connsiteY1" fmla="*/ 0 h 6896100"/>
              <a:gd name="connsiteX2" fmla="*/ 5378376 w 5802203"/>
              <a:gd name="connsiteY2" fmla="*/ 1001122 h 6896100"/>
              <a:gd name="connsiteX3" fmla="*/ 5378376 w 5802203"/>
              <a:gd name="connsiteY3" fmla="*/ 3047540 h 6896100"/>
              <a:gd name="connsiteX4" fmla="*/ 1529816 w 5802203"/>
              <a:gd name="connsiteY4" fmla="*/ 6896100 h 6896100"/>
              <a:gd name="connsiteX5" fmla="*/ 0 w 5802203"/>
              <a:gd name="connsiteY5" fmla="*/ 6896100 h 6896100"/>
              <a:gd name="connsiteX6" fmla="*/ 0 w 5802203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203" h="6896100">
                <a:moveTo>
                  <a:pt x="0" y="0"/>
                </a:moveTo>
                <a:lnTo>
                  <a:pt x="4377254" y="0"/>
                </a:lnTo>
                <a:lnTo>
                  <a:pt x="5378376" y="1001122"/>
                </a:lnTo>
                <a:cubicBezTo>
                  <a:pt x="5943479" y="1566225"/>
                  <a:pt x="5943479" y="2482437"/>
                  <a:pt x="5378376" y="3047540"/>
                </a:cubicBezTo>
                <a:lnTo>
                  <a:pt x="1529816" y="6896100"/>
                </a:lnTo>
                <a:lnTo>
                  <a:pt x="0" y="6896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8A85C45E-7D8C-3C3D-C439-0653319B8269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6471629" y="2778784"/>
            <a:ext cx="4829338" cy="2936216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F16F1640-8AF9-B390-4045-BFBCD2DDB93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71626" y="1519151"/>
            <a:ext cx="4829341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E3E18DB1-6B2C-5A60-00D8-42A5EDC233F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471627" y="2056661"/>
            <a:ext cx="4829338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8949CA3-26E7-63B9-3B9F-CCC271293250}"/>
              </a:ext>
            </a:extLst>
          </p:cNvPr>
          <p:cNvSpPr/>
          <p:nvPr userDrawn="1"/>
        </p:nvSpPr>
        <p:spPr>
          <a:xfrm>
            <a:off x="1641022" y="357188"/>
            <a:ext cx="3015820" cy="6269855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pic>
        <p:nvPicPr>
          <p:cNvPr id="2" name="Imagem 1" descr="Uma imagem contendo Forma&#10;&#10;Descrição gerada automaticamente">
            <a:extLst>
              <a:ext uri="{FF2B5EF4-FFF2-40B4-BE49-F238E27FC236}">
                <a16:creationId xmlns:a16="http://schemas.microsoft.com/office/drawing/2014/main" id="{81594805-0605-4427-F5E9-6ECDAADC5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7" t="-2012" r="16823"/>
          <a:stretch/>
        </p:blipFill>
        <p:spPr>
          <a:xfrm>
            <a:off x="772999" y="0"/>
            <a:ext cx="4703974" cy="6858000"/>
          </a:xfrm>
          <a:prstGeom prst="rect">
            <a:avLst/>
          </a:prstGeom>
          <a:effectLst>
            <a:reflection blurRad="6350" stA="0" endPos="35000" dir="5400000" sy="-100000" algn="bl" rotWithShape="0"/>
          </a:effectLst>
        </p:spPr>
      </p:pic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33A04A78-6855-0167-3B69-0FBDA5840AD1}"/>
              </a:ext>
            </a:extLst>
          </p:cNvPr>
          <p:cNvSpPr>
            <a:spLocks noGrp="1"/>
          </p:cNvSpPr>
          <p:nvPr>
            <p:ph type="pic" sz="quarter" idx="330" hasCustomPrompt="1"/>
          </p:nvPr>
        </p:nvSpPr>
        <p:spPr>
          <a:xfrm>
            <a:off x="1734532" y="438148"/>
            <a:ext cx="2837468" cy="6095563"/>
          </a:xfrm>
          <a:custGeom>
            <a:avLst/>
            <a:gdLst>
              <a:gd name="connsiteX0" fmla="*/ 321781 w 2791784"/>
              <a:gd name="connsiteY0" fmla="*/ 0 h 6062662"/>
              <a:gd name="connsiteX1" fmla="*/ 661358 w 2791784"/>
              <a:gd name="connsiteY1" fmla="*/ 0 h 6062662"/>
              <a:gd name="connsiteX2" fmla="*/ 661358 w 2791784"/>
              <a:gd name="connsiteY2" fmla="*/ 114300 h 6062662"/>
              <a:gd name="connsiteX3" fmla="*/ 775658 w 2791784"/>
              <a:gd name="connsiteY3" fmla="*/ 228600 h 6062662"/>
              <a:gd name="connsiteX4" fmla="*/ 2029783 w 2791784"/>
              <a:gd name="connsiteY4" fmla="*/ 228600 h 6062662"/>
              <a:gd name="connsiteX5" fmla="*/ 2144083 w 2791784"/>
              <a:gd name="connsiteY5" fmla="*/ 114300 h 6062662"/>
              <a:gd name="connsiteX6" fmla="*/ 2144083 w 2791784"/>
              <a:gd name="connsiteY6" fmla="*/ 0 h 6062662"/>
              <a:gd name="connsiteX7" fmla="*/ 2470003 w 2791784"/>
              <a:gd name="connsiteY7" fmla="*/ 0 h 6062662"/>
              <a:gd name="connsiteX8" fmla="*/ 2791784 w 2791784"/>
              <a:gd name="connsiteY8" fmla="*/ 321781 h 6062662"/>
              <a:gd name="connsiteX9" fmla="*/ 2791784 w 2791784"/>
              <a:gd name="connsiteY9" fmla="*/ 5740881 h 6062662"/>
              <a:gd name="connsiteX10" fmla="*/ 2470003 w 2791784"/>
              <a:gd name="connsiteY10" fmla="*/ 6062662 h 6062662"/>
              <a:gd name="connsiteX11" fmla="*/ 321781 w 2791784"/>
              <a:gd name="connsiteY11" fmla="*/ 6062662 h 6062662"/>
              <a:gd name="connsiteX12" fmla="*/ 0 w 2791784"/>
              <a:gd name="connsiteY12" fmla="*/ 5740881 h 6062662"/>
              <a:gd name="connsiteX13" fmla="*/ 0 w 2791784"/>
              <a:gd name="connsiteY13" fmla="*/ 321781 h 6062662"/>
              <a:gd name="connsiteX14" fmla="*/ 321781 w 2791784"/>
              <a:gd name="connsiteY14" fmla="*/ 0 h 606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91784" h="6062662">
                <a:moveTo>
                  <a:pt x="321781" y="0"/>
                </a:moveTo>
                <a:lnTo>
                  <a:pt x="661358" y="0"/>
                </a:lnTo>
                <a:lnTo>
                  <a:pt x="661358" y="114300"/>
                </a:lnTo>
                <a:cubicBezTo>
                  <a:pt x="661358" y="177426"/>
                  <a:pt x="712532" y="228600"/>
                  <a:pt x="775658" y="228600"/>
                </a:cubicBezTo>
                <a:lnTo>
                  <a:pt x="2029783" y="228600"/>
                </a:lnTo>
                <a:cubicBezTo>
                  <a:pt x="2092909" y="228600"/>
                  <a:pt x="2144083" y="177426"/>
                  <a:pt x="2144083" y="114300"/>
                </a:cubicBezTo>
                <a:lnTo>
                  <a:pt x="2144083" y="0"/>
                </a:lnTo>
                <a:lnTo>
                  <a:pt x="2470003" y="0"/>
                </a:lnTo>
                <a:cubicBezTo>
                  <a:pt x="2647718" y="0"/>
                  <a:pt x="2791784" y="144066"/>
                  <a:pt x="2791784" y="321781"/>
                </a:cubicBezTo>
                <a:lnTo>
                  <a:pt x="2791784" y="5740881"/>
                </a:lnTo>
                <a:cubicBezTo>
                  <a:pt x="2791784" y="5918596"/>
                  <a:pt x="2647718" y="6062662"/>
                  <a:pt x="2470003" y="6062662"/>
                </a:cubicBezTo>
                <a:lnTo>
                  <a:pt x="321781" y="6062662"/>
                </a:lnTo>
                <a:cubicBezTo>
                  <a:pt x="144066" y="6062662"/>
                  <a:pt x="0" y="5918596"/>
                  <a:pt x="0" y="5740881"/>
                </a:cubicBezTo>
                <a:lnTo>
                  <a:pt x="0" y="321781"/>
                </a:lnTo>
                <a:cubicBezTo>
                  <a:pt x="0" y="144066"/>
                  <a:pt x="144066" y="0"/>
                  <a:pt x="321781" y="0"/>
                </a:cubicBezTo>
                <a:close/>
              </a:path>
            </a:pathLst>
          </a:custGeom>
          <a:ln>
            <a:noFill/>
          </a:ln>
        </p:spPr>
        <p:txBody>
          <a:bodyPr wrap="square" tIns="1728000" anchor="ctr">
            <a:noAutofit/>
          </a:bodyPr>
          <a:lstStyle>
            <a:lvl1pPr marL="0" indent="0" algn="ctr">
              <a:lnSpc>
                <a:spcPct val="85000"/>
              </a:lnSpc>
              <a:buNone/>
              <a:defRPr sz="1400"/>
            </a:lvl1pPr>
          </a:lstStyle>
          <a:p>
            <a:r>
              <a:rPr lang="pt-BR"/>
              <a:t>Clique aqui para inserir</a:t>
            </a:r>
            <a:br>
              <a:rPr lang="pt-BR"/>
            </a:br>
            <a:r>
              <a:rPr lang="pt-BR"/>
              <a:t>imagem ou vídeo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514B636-F227-4692-8EE6-228DF2D72B56}"/>
              </a:ext>
            </a:extLst>
          </p:cNvPr>
          <p:cNvSpPr/>
          <p:nvPr userDrawn="1"/>
        </p:nvSpPr>
        <p:spPr>
          <a:xfrm rot="10800000" flipV="1">
            <a:off x="4910923" y="5837155"/>
            <a:ext cx="2451901" cy="1020844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bg2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73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-up Note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9CA69479-2BDA-C1BA-A409-141CA305B5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0800000">
            <a:off x="4911131" y="5103306"/>
            <a:ext cx="4045544" cy="1754694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.\\\\\\\</a:t>
            </a:r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A5EF3B5-CA79-5C28-7434-F47A1AFF2A8E}"/>
              </a:ext>
            </a:extLst>
          </p:cNvPr>
          <p:cNvSpPr/>
          <p:nvPr userDrawn="1"/>
        </p:nvSpPr>
        <p:spPr>
          <a:xfrm flipV="1">
            <a:off x="2120099" y="0"/>
            <a:ext cx="4829341" cy="2010686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104B6C0-42C3-FA3C-D92B-99CC3B758889}"/>
              </a:ext>
            </a:extLst>
          </p:cNvPr>
          <p:cNvSpPr/>
          <p:nvPr userDrawn="1"/>
        </p:nvSpPr>
        <p:spPr>
          <a:xfrm flipV="1">
            <a:off x="1" y="0"/>
            <a:ext cx="5770147" cy="6858000"/>
          </a:xfrm>
          <a:custGeom>
            <a:avLst/>
            <a:gdLst>
              <a:gd name="connsiteX0" fmla="*/ 0 w 5802203"/>
              <a:gd name="connsiteY0" fmla="*/ 0 h 6896100"/>
              <a:gd name="connsiteX1" fmla="*/ 4377254 w 5802203"/>
              <a:gd name="connsiteY1" fmla="*/ 0 h 6896100"/>
              <a:gd name="connsiteX2" fmla="*/ 5378376 w 5802203"/>
              <a:gd name="connsiteY2" fmla="*/ 1001122 h 6896100"/>
              <a:gd name="connsiteX3" fmla="*/ 5378376 w 5802203"/>
              <a:gd name="connsiteY3" fmla="*/ 3047540 h 6896100"/>
              <a:gd name="connsiteX4" fmla="*/ 1529816 w 5802203"/>
              <a:gd name="connsiteY4" fmla="*/ 6896100 h 6896100"/>
              <a:gd name="connsiteX5" fmla="*/ 0 w 5802203"/>
              <a:gd name="connsiteY5" fmla="*/ 6896100 h 6896100"/>
              <a:gd name="connsiteX6" fmla="*/ 0 w 5802203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203" h="6896100">
                <a:moveTo>
                  <a:pt x="0" y="0"/>
                </a:moveTo>
                <a:lnTo>
                  <a:pt x="4377254" y="0"/>
                </a:lnTo>
                <a:lnTo>
                  <a:pt x="5378376" y="1001122"/>
                </a:lnTo>
                <a:cubicBezTo>
                  <a:pt x="5943479" y="1566225"/>
                  <a:pt x="5943479" y="2482437"/>
                  <a:pt x="5378376" y="3047540"/>
                </a:cubicBezTo>
                <a:lnTo>
                  <a:pt x="1529816" y="6896100"/>
                </a:lnTo>
                <a:lnTo>
                  <a:pt x="0" y="6896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5C79EBEE-C61C-7067-B596-10658115AD59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762437" y="729779"/>
            <a:ext cx="2859751" cy="8248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</a:t>
            </a:r>
          </a:p>
          <a:p>
            <a:pPr lvl="0"/>
            <a:r>
              <a:rPr lang="pt-BR"/>
              <a:t>inserir o título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A415C6C8-5F9A-CA62-BD94-526A2764B2E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762439" y="1713988"/>
            <a:ext cx="2859750" cy="5632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</a:t>
            </a:r>
            <a:br>
              <a:rPr lang="pt-BR"/>
            </a:br>
            <a:r>
              <a:rPr lang="pt-BR"/>
              <a:t>inserir o subtítulo</a:t>
            </a:r>
          </a:p>
        </p:txBody>
      </p:sp>
      <p:sp>
        <p:nvSpPr>
          <p:cNvPr id="12" name="Retângulo Arredondado 154">
            <a:extLst>
              <a:ext uri="{FF2B5EF4-FFF2-40B4-BE49-F238E27FC236}">
                <a16:creationId xmlns:a16="http://schemas.microsoft.com/office/drawing/2014/main" id="{756E066B-393F-7CCE-89B4-BE854148413B}"/>
              </a:ext>
            </a:extLst>
          </p:cNvPr>
          <p:cNvSpPr/>
          <p:nvPr userDrawn="1"/>
        </p:nvSpPr>
        <p:spPr>
          <a:xfrm>
            <a:off x="257751" y="623099"/>
            <a:ext cx="8194442" cy="5611801"/>
          </a:xfrm>
          <a:prstGeom prst="roundRect">
            <a:avLst>
              <a:gd name="adj" fmla="val 4918"/>
            </a:avLst>
          </a:prstGeom>
          <a:solidFill>
            <a:srgbClr val="141414"/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tau Display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3B0360-0804-D568-EB5D-DDFF0ED89F54}"/>
              </a:ext>
            </a:extLst>
          </p:cNvPr>
          <p:cNvSpPr/>
          <p:nvPr userDrawn="1"/>
        </p:nvSpPr>
        <p:spPr>
          <a:xfrm>
            <a:off x="506169" y="929830"/>
            <a:ext cx="7697607" cy="4825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accent1"/>
              </a:solidFill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5D02587-D547-039B-76AE-9711D0FE6A01}"/>
              </a:ext>
            </a:extLst>
          </p:cNvPr>
          <p:cNvGrpSpPr/>
          <p:nvPr userDrawn="1"/>
        </p:nvGrpSpPr>
        <p:grpSpPr>
          <a:xfrm>
            <a:off x="-744178" y="6052248"/>
            <a:ext cx="10198300" cy="299070"/>
            <a:chOff x="6194425" y="4952884"/>
            <a:chExt cx="2934000" cy="86041"/>
          </a:xfrm>
          <a:effectLst>
            <a:reflection blurRad="6350" stA="81000" endPos="48000" dir="5400000" sy="-100000" algn="bl" rotWithShape="0"/>
          </a:effectLst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6031778-2ED6-B8B4-A478-DC5406FF9D00}"/>
                </a:ext>
              </a:extLst>
            </p:cNvPr>
            <p:cNvSpPr/>
            <p:nvPr/>
          </p:nvSpPr>
          <p:spPr>
            <a:xfrm>
              <a:off x="6194425" y="4953600"/>
              <a:ext cx="2933700" cy="50400"/>
            </a:xfrm>
            <a:prstGeom prst="rect">
              <a:avLst/>
            </a:prstGeom>
            <a:gradFill>
              <a:gsLst>
                <a:gs pos="95000">
                  <a:srgbClr val="D3D4D8"/>
                </a:gs>
                <a:gs pos="97000">
                  <a:srgbClr val="898992"/>
                </a:gs>
                <a:gs pos="99000">
                  <a:srgbClr val="EDECEE"/>
                </a:gs>
                <a:gs pos="100000">
                  <a:srgbClr val="B4B5B9"/>
                </a:gs>
                <a:gs pos="6000">
                  <a:srgbClr val="D8D9DD"/>
                </a:gs>
                <a:gs pos="61000">
                  <a:srgbClr val="EFF0F0"/>
                </a:gs>
                <a:gs pos="26000">
                  <a:srgbClr val="EFF0F0"/>
                </a:gs>
                <a:gs pos="3000">
                  <a:srgbClr val="888891"/>
                </a:gs>
                <a:gs pos="1000">
                  <a:srgbClr val="ECECEE"/>
                </a:gs>
                <a:gs pos="0">
                  <a:srgbClr val="A9AAAD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"/>
                <a:ea typeface="+mn-ea"/>
                <a:cs typeface="+mn-cs"/>
              </a:endParaRPr>
            </a:p>
          </p:txBody>
        </p:sp>
        <p:sp>
          <p:nvSpPr>
            <p:cNvPr id="16" name="Forma Livre 159">
              <a:extLst>
                <a:ext uri="{FF2B5EF4-FFF2-40B4-BE49-F238E27FC236}">
                  <a16:creationId xmlns:a16="http://schemas.microsoft.com/office/drawing/2014/main" id="{4161CD6C-5D2E-1E4C-60AA-AB9043AE267A}"/>
                </a:ext>
              </a:extLst>
            </p:cNvPr>
            <p:cNvSpPr/>
            <p:nvPr/>
          </p:nvSpPr>
          <p:spPr>
            <a:xfrm>
              <a:off x="6194425" y="5004000"/>
              <a:ext cx="2934000" cy="34925"/>
            </a:xfrm>
            <a:custGeom>
              <a:avLst/>
              <a:gdLst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  <a:gd name="connsiteX0" fmla="*/ 0 w 2921000"/>
                <a:gd name="connsiteY0" fmla="*/ 0 h 34925"/>
                <a:gd name="connsiteX1" fmla="*/ 2921000 w 2921000"/>
                <a:gd name="connsiteY1" fmla="*/ 0 h 34925"/>
                <a:gd name="connsiteX2" fmla="*/ 2809875 w 2921000"/>
                <a:gd name="connsiteY2" fmla="*/ 34925 h 34925"/>
                <a:gd name="connsiteX3" fmla="*/ 114300 w 2921000"/>
                <a:gd name="connsiteY3" fmla="*/ 34925 h 34925"/>
                <a:gd name="connsiteX4" fmla="*/ 0 w 2921000"/>
                <a:gd name="connsiteY4" fmla="*/ 0 h 3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000" h="34925">
                  <a:moveTo>
                    <a:pt x="0" y="0"/>
                  </a:moveTo>
                  <a:lnTo>
                    <a:pt x="2921000" y="0"/>
                  </a:lnTo>
                  <a:cubicBezTo>
                    <a:pt x="2886328" y="21167"/>
                    <a:pt x="2863512" y="30426"/>
                    <a:pt x="2809875" y="34925"/>
                  </a:cubicBezTo>
                  <a:lnTo>
                    <a:pt x="114300" y="34925"/>
                  </a:lnTo>
                  <a:cubicBezTo>
                    <a:pt x="59532" y="25665"/>
                    <a:pt x="35719" y="23548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89000">
                  <a:srgbClr val="2F3033"/>
                </a:gs>
                <a:gs pos="0">
                  <a:srgbClr val="AEAEB4"/>
                </a:gs>
                <a:gs pos="54000">
                  <a:srgbClr val="7B7D83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"/>
                <a:ea typeface="+mn-ea"/>
                <a:cs typeface="+mn-cs"/>
              </a:endParaRPr>
            </a:p>
          </p:txBody>
        </p:sp>
        <p:sp>
          <p:nvSpPr>
            <p:cNvPr id="17" name="Retângulo 14">
              <a:extLst>
                <a:ext uri="{FF2B5EF4-FFF2-40B4-BE49-F238E27FC236}">
                  <a16:creationId xmlns:a16="http://schemas.microsoft.com/office/drawing/2014/main" id="{0B55C1D2-7E72-ACF2-F90E-CC12CE124FC0}"/>
                </a:ext>
              </a:extLst>
            </p:cNvPr>
            <p:cNvSpPr/>
            <p:nvPr/>
          </p:nvSpPr>
          <p:spPr>
            <a:xfrm>
              <a:off x="7469979" y="4952884"/>
              <a:ext cx="198000" cy="32400"/>
            </a:xfrm>
            <a:custGeom>
              <a:avLst/>
              <a:gdLst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0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33337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65"/>
                <a:gd name="connsiteX1" fmla="*/ 219075 w 219075"/>
                <a:gd name="connsiteY1" fmla="*/ 0 h 45765"/>
                <a:gd name="connsiteX2" fmla="*/ 219075 w 219075"/>
                <a:gd name="connsiteY2" fmla="*/ 45719 h 45765"/>
                <a:gd name="connsiteX3" fmla="*/ 33337 w 219075"/>
                <a:gd name="connsiteY3" fmla="*/ 45719 h 45765"/>
                <a:gd name="connsiteX4" fmla="*/ 0 w 219075"/>
                <a:gd name="connsiteY4" fmla="*/ 0 h 45765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33337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42862 w 219075"/>
                <a:gd name="connsiteY3" fmla="*/ 45719 h 45719"/>
                <a:gd name="connsiteX4" fmla="*/ 0 w 219075"/>
                <a:gd name="connsiteY4" fmla="*/ 0 h 45719"/>
                <a:gd name="connsiteX0" fmla="*/ 62 w 219137"/>
                <a:gd name="connsiteY0" fmla="*/ 0 h 45719"/>
                <a:gd name="connsiteX1" fmla="*/ 219137 w 219137"/>
                <a:gd name="connsiteY1" fmla="*/ 0 h 45719"/>
                <a:gd name="connsiteX2" fmla="*/ 219137 w 219137"/>
                <a:gd name="connsiteY2" fmla="*/ 45719 h 45719"/>
                <a:gd name="connsiteX3" fmla="*/ 42924 w 219137"/>
                <a:gd name="connsiteY3" fmla="*/ 45719 h 45719"/>
                <a:gd name="connsiteX4" fmla="*/ 62 w 219137"/>
                <a:gd name="connsiteY4" fmla="*/ 0 h 45719"/>
                <a:gd name="connsiteX0" fmla="*/ 62 w 219137"/>
                <a:gd name="connsiteY0" fmla="*/ 0 h 45719"/>
                <a:gd name="connsiteX1" fmla="*/ 219137 w 219137"/>
                <a:gd name="connsiteY1" fmla="*/ 0 h 45719"/>
                <a:gd name="connsiteX2" fmla="*/ 219137 w 219137"/>
                <a:gd name="connsiteY2" fmla="*/ 45719 h 45719"/>
                <a:gd name="connsiteX3" fmla="*/ 42924 w 219137"/>
                <a:gd name="connsiteY3" fmla="*/ 45719 h 45719"/>
                <a:gd name="connsiteX4" fmla="*/ 62 w 219137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42862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54183 w 219075"/>
                <a:gd name="connsiteY3" fmla="*/ 45719 h 45719"/>
                <a:gd name="connsiteX4" fmla="*/ 0 w 219075"/>
                <a:gd name="connsiteY4" fmla="*/ 0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5719">
                  <a:moveTo>
                    <a:pt x="0" y="0"/>
                  </a:moveTo>
                  <a:lnTo>
                    <a:pt x="219075" y="0"/>
                  </a:lnTo>
                  <a:lnTo>
                    <a:pt x="219075" y="45719"/>
                  </a:lnTo>
                  <a:lnTo>
                    <a:pt x="54183" y="45719"/>
                  </a:lnTo>
                  <a:cubicBezTo>
                    <a:pt x="16878" y="44794"/>
                    <a:pt x="76" y="22792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CADB2"/>
                </a:gs>
                <a:gs pos="29000">
                  <a:srgbClr val="DADBDF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"/>
                <a:ea typeface="+mn-ea"/>
                <a:cs typeface="+mn-cs"/>
              </a:endParaRPr>
            </a:p>
          </p:txBody>
        </p:sp>
        <p:sp>
          <p:nvSpPr>
            <p:cNvPr id="18" name="Retângulo 14">
              <a:extLst>
                <a:ext uri="{FF2B5EF4-FFF2-40B4-BE49-F238E27FC236}">
                  <a16:creationId xmlns:a16="http://schemas.microsoft.com/office/drawing/2014/main" id="{E8DDA581-F92D-66AD-6EE0-2BDBCFF7DE2B}"/>
                </a:ext>
              </a:extLst>
            </p:cNvPr>
            <p:cNvSpPr/>
            <p:nvPr/>
          </p:nvSpPr>
          <p:spPr>
            <a:xfrm flipH="1">
              <a:off x="7667979" y="4952884"/>
              <a:ext cx="198000" cy="32400"/>
            </a:xfrm>
            <a:custGeom>
              <a:avLst/>
              <a:gdLst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0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33337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65"/>
                <a:gd name="connsiteX1" fmla="*/ 219075 w 219075"/>
                <a:gd name="connsiteY1" fmla="*/ 0 h 45765"/>
                <a:gd name="connsiteX2" fmla="*/ 219075 w 219075"/>
                <a:gd name="connsiteY2" fmla="*/ 45719 h 45765"/>
                <a:gd name="connsiteX3" fmla="*/ 33337 w 219075"/>
                <a:gd name="connsiteY3" fmla="*/ 45719 h 45765"/>
                <a:gd name="connsiteX4" fmla="*/ 0 w 219075"/>
                <a:gd name="connsiteY4" fmla="*/ 0 h 45765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33337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42862 w 219075"/>
                <a:gd name="connsiteY3" fmla="*/ 45719 h 45719"/>
                <a:gd name="connsiteX4" fmla="*/ 0 w 219075"/>
                <a:gd name="connsiteY4" fmla="*/ 0 h 45719"/>
                <a:gd name="connsiteX0" fmla="*/ 62 w 219137"/>
                <a:gd name="connsiteY0" fmla="*/ 0 h 45719"/>
                <a:gd name="connsiteX1" fmla="*/ 219137 w 219137"/>
                <a:gd name="connsiteY1" fmla="*/ 0 h 45719"/>
                <a:gd name="connsiteX2" fmla="*/ 219137 w 219137"/>
                <a:gd name="connsiteY2" fmla="*/ 45719 h 45719"/>
                <a:gd name="connsiteX3" fmla="*/ 42924 w 219137"/>
                <a:gd name="connsiteY3" fmla="*/ 45719 h 45719"/>
                <a:gd name="connsiteX4" fmla="*/ 62 w 219137"/>
                <a:gd name="connsiteY4" fmla="*/ 0 h 45719"/>
                <a:gd name="connsiteX0" fmla="*/ 62 w 219137"/>
                <a:gd name="connsiteY0" fmla="*/ 0 h 45719"/>
                <a:gd name="connsiteX1" fmla="*/ 219137 w 219137"/>
                <a:gd name="connsiteY1" fmla="*/ 0 h 45719"/>
                <a:gd name="connsiteX2" fmla="*/ 219137 w 219137"/>
                <a:gd name="connsiteY2" fmla="*/ 45719 h 45719"/>
                <a:gd name="connsiteX3" fmla="*/ 42924 w 219137"/>
                <a:gd name="connsiteY3" fmla="*/ 45719 h 45719"/>
                <a:gd name="connsiteX4" fmla="*/ 62 w 219137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42862 w 219075"/>
                <a:gd name="connsiteY3" fmla="*/ 45719 h 45719"/>
                <a:gd name="connsiteX4" fmla="*/ 0 w 219075"/>
                <a:gd name="connsiteY4" fmla="*/ 0 h 45719"/>
                <a:gd name="connsiteX0" fmla="*/ 0 w 219075"/>
                <a:gd name="connsiteY0" fmla="*/ 0 h 45719"/>
                <a:gd name="connsiteX1" fmla="*/ 219075 w 219075"/>
                <a:gd name="connsiteY1" fmla="*/ 0 h 45719"/>
                <a:gd name="connsiteX2" fmla="*/ 219075 w 219075"/>
                <a:gd name="connsiteY2" fmla="*/ 45719 h 45719"/>
                <a:gd name="connsiteX3" fmla="*/ 54183 w 219075"/>
                <a:gd name="connsiteY3" fmla="*/ 45719 h 45719"/>
                <a:gd name="connsiteX4" fmla="*/ 0 w 219075"/>
                <a:gd name="connsiteY4" fmla="*/ 0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5719">
                  <a:moveTo>
                    <a:pt x="0" y="0"/>
                  </a:moveTo>
                  <a:lnTo>
                    <a:pt x="219075" y="0"/>
                  </a:lnTo>
                  <a:lnTo>
                    <a:pt x="219075" y="45719"/>
                  </a:lnTo>
                  <a:lnTo>
                    <a:pt x="54183" y="45719"/>
                  </a:lnTo>
                  <a:cubicBezTo>
                    <a:pt x="16878" y="44794"/>
                    <a:pt x="76" y="22792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CADB2"/>
                </a:gs>
                <a:gs pos="29000">
                  <a:srgbClr val="DADBDF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"/>
                <a:ea typeface="+mn-ea"/>
                <a:cs typeface="+mn-cs"/>
              </a:endParaRPr>
            </a:p>
          </p:txBody>
        </p:sp>
      </p:grp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8A85C45E-7D8C-3C3D-C439-0653319B8269}"/>
              </a:ext>
            </a:extLst>
          </p:cNvPr>
          <p:cNvSpPr>
            <a:spLocks noGrp="1"/>
          </p:cNvSpPr>
          <p:nvPr>
            <p:ph type="body" sz="quarter" idx="329" hasCustomPrompt="1"/>
          </p:nvPr>
        </p:nvSpPr>
        <p:spPr>
          <a:xfrm>
            <a:off x="8762440" y="2812620"/>
            <a:ext cx="2859750" cy="2895905"/>
          </a:xfrm>
          <a:prstGeom prst="rect">
            <a:avLst/>
          </a:prstGeom>
        </p:spPr>
        <p:txBody>
          <a:bodyPr lIns="72000" rIns="72000" bIns="72000">
            <a:no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0" indent="0">
              <a:buNone/>
              <a:defRPr/>
            </a:lvl2pPr>
            <a:lvl3pPr marL="182562" indent="0">
              <a:buNone/>
              <a:defRPr/>
            </a:lvl3pPr>
            <a:lvl4pPr marL="358775" indent="0">
              <a:buNone/>
              <a:defRPr/>
            </a:lvl4pPr>
            <a:lvl5pPr marL="541338" indent="0">
              <a:buNone/>
              <a:defRPr/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0A08EB0C-3F0F-7841-F901-FECE931AB67E}"/>
              </a:ext>
            </a:extLst>
          </p:cNvPr>
          <p:cNvSpPr>
            <a:spLocks noGrp="1"/>
          </p:cNvSpPr>
          <p:nvPr>
            <p:ph type="pic" sz="quarter" idx="330" hasCustomPrompt="1"/>
          </p:nvPr>
        </p:nvSpPr>
        <p:spPr>
          <a:xfrm>
            <a:off x="488372" y="924851"/>
            <a:ext cx="7715403" cy="4832473"/>
          </a:xfrm>
          <a:prstGeom prst="rect">
            <a:avLst/>
          </a:prstGeom>
        </p:spPr>
        <p:txBody>
          <a:bodyPr tIns="1728000" anchor="ctr"/>
          <a:lstStyle>
            <a:lvl1pPr marL="0" indent="0" algn="ctr">
              <a:buNone/>
              <a:defRPr sz="1400"/>
            </a:lvl1pPr>
          </a:lstStyle>
          <a:p>
            <a:r>
              <a:rPr lang="pt-BR"/>
              <a:t>Clique aqui para inserir imagem ou vídeo</a:t>
            </a:r>
          </a:p>
        </p:txBody>
      </p:sp>
    </p:spTree>
    <p:extLst>
      <p:ext uri="{BB962C8B-B14F-4D97-AF65-F5344CB8AC3E}">
        <p14:creationId xmlns:p14="http://schemas.microsoft.com/office/powerpoint/2010/main" val="140243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-up Note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2">
            <a:extLst>
              <a:ext uri="{FF2B5EF4-FFF2-40B4-BE49-F238E27FC236}">
                <a16:creationId xmlns:a16="http://schemas.microsoft.com/office/drawing/2014/main" id="{9FF19805-A31A-E1F2-06D3-30921586CD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0800000">
            <a:off x="4911131" y="5103306"/>
            <a:ext cx="4045544" cy="1754694"/>
          </a:xfrm>
          <a:custGeom>
            <a:avLst/>
            <a:gdLst>
              <a:gd name="connsiteX0" fmla="*/ 0 w 2031368"/>
              <a:gd name="connsiteY0" fmla="*/ 0 h 881076"/>
              <a:gd name="connsiteX1" fmla="*/ 2031368 w 2031368"/>
              <a:gd name="connsiteY1" fmla="*/ 0 h 881076"/>
              <a:gd name="connsiteX2" fmla="*/ 1245474 w 2031368"/>
              <a:gd name="connsiteY2" fmla="*/ 785894 h 881076"/>
              <a:gd name="connsiteX3" fmla="*/ 785893 w 2031368"/>
              <a:gd name="connsiteY3" fmla="*/ 785894 h 88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368" h="881076">
                <a:moveTo>
                  <a:pt x="0" y="0"/>
                </a:moveTo>
                <a:lnTo>
                  <a:pt x="2031368" y="0"/>
                </a:lnTo>
                <a:lnTo>
                  <a:pt x="1245474" y="785894"/>
                </a:lnTo>
                <a:cubicBezTo>
                  <a:pt x="1118564" y="912804"/>
                  <a:pt x="912803" y="912804"/>
                  <a:pt x="785893" y="7858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.\\\\\\\</a:t>
            </a: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104B6C0-42C3-FA3C-D92B-99CC3B758889}"/>
              </a:ext>
            </a:extLst>
          </p:cNvPr>
          <p:cNvSpPr/>
          <p:nvPr userDrawn="1"/>
        </p:nvSpPr>
        <p:spPr>
          <a:xfrm flipV="1">
            <a:off x="1" y="0"/>
            <a:ext cx="5770147" cy="6858000"/>
          </a:xfrm>
          <a:custGeom>
            <a:avLst/>
            <a:gdLst>
              <a:gd name="connsiteX0" fmla="*/ 0 w 5802203"/>
              <a:gd name="connsiteY0" fmla="*/ 0 h 6896100"/>
              <a:gd name="connsiteX1" fmla="*/ 4377254 w 5802203"/>
              <a:gd name="connsiteY1" fmla="*/ 0 h 6896100"/>
              <a:gd name="connsiteX2" fmla="*/ 5378376 w 5802203"/>
              <a:gd name="connsiteY2" fmla="*/ 1001122 h 6896100"/>
              <a:gd name="connsiteX3" fmla="*/ 5378376 w 5802203"/>
              <a:gd name="connsiteY3" fmla="*/ 3047540 h 6896100"/>
              <a:gd name="connsiteX4" fmla="*/ 1529816 w 5802203"/>
              <a:gd name="connsiteY4" fmla="*/ 6896100 h 6896100"/>
              <a:gd name="connsiteX5" fmla="*/ 0 w 5802203"/>
              <a:gd name="connsiteY5" fmla="*/ 6896100 h 6896100"/>
              <a:gd name="connsiteX6" fmla="*/ 0 w 5802203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203" h="6896100">
                <a:moveTo>
                  <a:pt x="0" y="0"/>
                </a:moveTo>
                <a:lnTo>
                  <a:pt x="4377254" y="0"/>
                </a:lnTo>
                <a:lnTo>
                  <a:pt x="5378376" y="1001122"/>
                </a:lnTo>
                <a:cubicBezTo>
                  <a:pt x="5943479" y="1566225"/>
                  <a:pt x="5943479" y="2482437"/>
                  <a:pt x="5378376" y="3047540"/>
                </a:cubicBezTo>
                <a:lnTo>
                  <a:pt x="1529816" y="6896100"/>
                </a:lnTo>
                <a:lnTo>
                  <a:pt x="0" y="6896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A5EF3B5-CA79-5C28-7434-F47A1AFF2A8E}"/>
              </a:ext>
            </a:extLst>
          </p:cNvPr>
          <p:cNvSpPr/>
          <p:nvPr userDrawn="1"/>
        </p:nvSpPr>
        <p:spPr>
          <a:xfrm flipV="1">
            <a:off x="2120099" y="0"/>
            <a:ext cx="4829341" cy="2010686"/>
          </a:xfrm>
          <a:custGeom>
            <a:avLst/>
            <a:gdLst>
              <a:gd name="connsiteX0" fmla="*/ 2886400 w 5772799"/>
              <a:gd name="connsiteY0" fmla="*/ 0 h 2403493"/>
              <a:gd name="connsiteX1" fmla="*/ 3710774 w 5772799"/>
              <a:gd name="connsiteY1" fmla="*/ 341467 h 2403493"/>
              <a:gd name="connsiteX2" fmla="*/ 5772799 w 5772799"/>
              <a:gd name="connsiteY2" fmla="*/ 2403493 h 2403493"/>
              <a:gd name="connsiteX3" fmla="*/ 0 w 5772799"/>
              <a:gd name="connsiteY3" fmla="*/ 2403493 h 2403493"/>
              <a:gd name="connsiteX4" fmla="*/ 2062026 w 5772799"/>
              <a:gd name="connsiteY4" fmla="*/ 341467 h 2403493"/>
              <a:gd name="connsiteX5" fmla="*/ 2886400 w 5772799"/>
              <a:gd name="connsiteY5" fmla="*/ 0 h 240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2799" h="2403493">
                <a:moveTo>
                  <a:pt x="2886400" y="0"/>
                </a:moveTo>
                <a:cubicBezTo>
                  <a:pt x="3184765" y="0"/>
                  <a:pt x="3483130" y="113822"/>
                  <a:pt x="3710774" y="341467"/>
                </a:cubicBezTo>
                <a:lnTo>
                  <a:pt x="5772799" y="2403493"/>
                </a:lnTo>
                <a:lnTo>
                  <a:pt x="0" y="2403493"/>
                </a:lnTo>
                <a:lnTo>
                  <a:pt x="2062026" y="341467"/>
                </a:lnTo>
                <a:cubicBezTo>
                  <a:pt x="2289671" y="113822"/>
                  <a:pt x="2588035" y="0"/>
                  <a:pt x="2886400" y="0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txBody>
          <a:bodyPr wrap="square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pt-BR" sz="100">
              <a:ln>
                <a:noFill/>
              </a:ln>
              <a:noFill/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A50B79F-9475-10CF-533F-1443E120690D}"/>
              </a:ext>
            </a:extLst>
          </p:cNvPr>
          <p:cNvGrpSpPr/>
          <p:nvPr userDrawn="1"/>
        </p:nvGrpSpPr>
        <p:grpSpPr>
          <a:xfrm>
            <a:off x="737193" y="422010"/>
            <a:ext cx="10717614" cy="6013981"/>
            <a:chOff x="670998" y="636149"/>
            <a:chExt cx="10717614" cy="6013981"/>
          </a:xfrm>
        </p:grpSpPr>
        <p:sp>
          <p:nvSpPr>
            <p:cNvPr id="12" name="Retângulo Arredondado 154">
              <a:extLst>
                <a:ext uri="{FF2B5EF4-FFF2-40B4-BE49-F238E27FC236}">
                  <a16:creationId xmlns:a16="http://schemas.microsoft.com/office/drawing/2014/main" id="{756E066B-393F-7CCE-89B4-BE854148413B}"/>
                </a:ext>
              </a:extLst>
            </p:cNvPr>
            <p:cNvSpPr/>
            <p:nvPr userDrawn="1"/>
          </p:nvSpPr>
          <p:spPr>
            <a:xfrm>
              <a:off x="1672927" y="636149"/>
              <a:ext cx="8611716" cy="5897563"/>
            </a:xfrm>
            <a:prstGeom prst="roundRect">
              <a:avLst>
                <a:gd name="adj" fmla="val 4918"/>
              </a:avLst>
            </a:prstGeom>
            <a:solidFill>
              <a:srgbClr val="141414"/>
            </a:solidFill>
            <a:ln w="6350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"/>
                <a:ea typeface="+mn-ea"/>
                <a:cs typeface="+mn-cs"/>
              </a:endParaRPr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15D02587-D547-039B-76AE-9711D0FE6A01}"/>
                </a:ext>
              </a:extLst>
            </p:cNvPr>
            <p:cNvGrpSpPr/>
            <p:nvPr userDrawn="1"/>
          </p:nvGrpSpPr>
          <p:grpSpPr>
            <a:xfrm>
              <a:off x="670998" y="6335831"/>
              <a:ext cx="10717614" cy="314299"/>
              <a:chOff x="6194425" y="4952884"/>
              <a:chExt cx="2934000" cy="86041"/>
            </a:xfrm>
            <a:effectLst>
              <a:reflection blurRad="6350" stA="81000" endPos="48000" dir="5400000" sy="-100000" algn="bl" rotWithShape="0"/>
            </a:effectLst>
          </p:grpSpPr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66031778-2ED6-B8B4-A478-DC5406FF9D00}"/>
                  </a:ext>
                </a:extLst>
              </p:cNvPr>
              <p:cNvSpPr/>
              <p:nvPr/>
            </p:nvSpPr>
            <p:spPr>
              <a:xfrm>
                <a:off x="6194425" y="4953600"/>
                <a:ext cx="2933700" cy="50400"/>
              </a:xfrm>
              <a:prstGeom prst="rect">
                <a:avLst/>
              </a:prstGeom>
              <a:gradFill>
                <a:gsLst>
                  <a:gs pos="95000">
                    <a:srgbClr val="D3D4D8"/>
                  </a:gs>
                  <a:gs pos="97000">
                    <a:srgbClr val="898992"/>
                  </a:gs>
                  <a:gs pos="99000">
                    <a:srgbClr val="EDECEE"/>
                  </a:gs>
                  <a:gs pos="100000">
                    <a:srgbClr val="B4B5B9"/>
                  </a:gs>
                  <a:gs pos="6000">
                    <a:srgbClr val="D8D9DD"/>
                  </a:gs>
                  <a:gs pos="61000">
                    <a:srgbClr val="EFF0F0"/>
                  </a:gs>
                  <a:gs pos="26000">
                    <a:srgbClr val="EFF0F0"/>
                  </a:gs>
                  <a:gs pos="3000">
                    <a:srgbClr val="888891"/>
                  </a:gs>
                  <a:gs pos="1000">
                    <a:srgbClr val="ECECEE"/>
                  </a:gs>
                  <a:gs pos="0">
                    <a:srgbClr val="A9AAAD"/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tau Display"/>
                  <a:ea typeface="+mn-ea"/>
                  <a:cs typeface="+mn-cs"/>
                </a:endParaRPr>
              </a:p>
            </p:txBody>
          </p:sp>
          <p:sp>
            <p:nvSpPr>
              <p:cNvPr id="16" name="Forma Livre 159">
                <a:extLst>
                  <a:ext uri="{FF2B5EF4-FFF2-40B4-BE49-F238E27FC236}">
                    <a16:creationId xmlns:a16="http://schemas.microsoft.com/office/drawing/2014/main" id="{4161CD6C-5D2E-1E4C-60AA-AB9043AE267A}"/>
                  </a:ext>
                </a:extLst>
              </p:cNvPr>
              <p:cNvSpPr/>
              <p:nvPr/>
            </p:nvSpPr>
            <p:spPr>
              <a:xfrm>
                <a:off x="6194425" y="5004000"/>
                <a:ext cx="2934000" cy="34925"/>
              </a:xfrm>
              <a:custGeom>
                <a:avLst/>
                <a:gdLst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  <a:gd name="connsiteX0" fmla="*/ 0 w 2921000"/>
                  <a:gd name="connsiteY0" fmla="*/ 0 h 34925"/>
                  <a:gd name="connsiteX1" fmla="*/ 2921000 w 2921000"/>
                  <a:gd name="connsiteY1" fmla="*/ 0 h 34925"/>
                  <a:gd name="connsiteX2" fmla="*/ 2809875 w 2921000"/>
                  <a:gd name="connsiteY2" fmla="*/ 34925 h 34925"/>
                  <a:gd name="connsiteX3" fmla="*/ 114300 w 2921000"/>
                  <a:gd name="connsiteY3" fmla="*/ 34925 h 34925"/>
                  <a:gd name="connsiteX4" fmla="*/ 0 w 2921000"/>
                  <a:gd name="connsiteY4" fmla="*/ 0 h 34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1000" h="34925">
                    <a:moveTo>
                      <a:pt x="0" y="0"/>
                    </a:moveTo>
                    <a:lnTo>
                      <a:pt x="2921000" y="0"/>
                    </a:lnTo>
                    <a:cubicBezTo>
                      <a:pt x="2886328" y="21167"/>
                      <a:pt x="2863512" y="30426"/>
                      <a:pt x="2809875" y="34925"/>
                    </a:cubicBezTo>
                    <a:lnTo>
                      <a:pt x="114300" y="34925"/>
                    </a:lnTo>
                    <a:cubicBezTo>
                      <a:pt x="59532" y="25665"/>
                      <a:pt x="35719" y="23548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89000">
                    <a:srgbClr val="2F3033"/>
                  </a:gs>
                  <a:gs pos="0">
                    <a:srgbClr val="AEAEB4"/>
                  </a:gs>
                  <a:gs pos="54000">
                    <a:srgbClr val="7B7D83"/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tau Display"/>
                  <a:ea typeface="+mn-ea"/>
                  <a:cs typeface="+mn-cs"/>
                </a:endParaRPr>
              </a:p>
            </p:txBody>
          </p:sp>
          <p:sp>
            <p:nvSpPr>
              <p:cNvPr id="17" name="Retângulo 14">
                <a:extLst>
                  <a:ext uri="{FF2B5EF4-FFF2-40B4-BE49-F238E27FC236}">
                    <a16:creationId xmlns:a16="http://schemas.microsoft.com/office/drawing/2014/main" id="{0B55C1D2-7E72-ACF2-F90E-CC12CE124FC0}"/>
                  </a:ext>
                </a:extLst>
              </p:cNvPr>
              <p:cNvSpPr/>
              <p:nvPr/>
            </p:nvSpPr>
            <p:spPr>
              <a:xfrm>
                <a:off x="7469979" y="4952884"/>
                <a:ext cx="198000" cy="32400"/>
              </a:xfrm>
              <a:custGeom>
                <a:avLst/>
                <a:gdLst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0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33337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65"/>
                  <a:gd name="connsiteX1" fmla="*/ 219075 w 219075"/>
                  <a:gd name="connsiteY1" fmla="*/ 0 h 45765"/>
                  <a:gd name="connsiteX2" fmla="*/ 219075 w 219075"/>
                  <a:gd name="connsiteY2" fmla="*/ 45719 h 45765"/>
                  <a:gd name="connsiteX3" fmla="*/ 33337 w 219075"/>
                  <a:gd name="connsiteY3" fmla="*/ 45719 h 45765"/>
                  <a:gd name="connsiteX4" fmla="*/ 0 w 219075"/>
                  <a:gd name="connsiteY4" fmla="*/ 0 h 45765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33337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42862 w 219075"/>
                  <a:gd name="connsiteY3" fmla="*/ 45719 h 45719"/>
                  <a:gd name="connsiteX4" fmla="*/ 0 w 219075"/>
                  <a:gd name="connsiteY4" fmla="*/ 0 h 45719"/>
                  <a:gd name="connsiteX0" fmla="*/ 62 w 219137"/>
                  <a:gd name="connsiteY0" fmla="*/ 0 h 45719"/>
                  <a:gd name="connsiteX1" fmla="*/ 219137 w 219137"/>
                  <a:gd name="connsiteY1" fmla="*/ 0 h 45719"/>
                  <a:gd name="connsiteX2" fmla="*/ 219137 w 219137"/>
                  <a:gd name="connsiteY2" fmla="*/ 45719 h 45719"/>
                  <a:gd name="connsiteX3" fmla="*/ 42924 w 219137"/>
                  <a:gd name="connsiteY3" fmla="*/ 45719 h 45719"/>
                  <a:gd name="connsiteX4" fmla="*/ 62 w 219137"/>
                  <a:gd name="connsiteY4" fmla="*/ 0 h 45719"/>
                  <a:gd name="connsiteX0" fmla="*/ 62 w 219137"/>
                  <a:gd name="connsiteY0" fmla="*/ 0 h 45719"/>
                  <a:gd name="connsiteX1" fmla="*/ 219137 w 219137"/>
                  <a:gd name="connsiteY1" fmla="*/ 0 h 45719"/>
                  <a:gd name="connsiteX2" fmla="*/ 219137 w 219137"/>
                  <a:gd name="connsiteY2" fmla="*/ 45719 h 45719"/>
                  <a:gd name="connsiteX3" fmla="*/ 42924 w 219137"/>
                  <a:gd name="connsiteY3" fmla="*/ 45719 h 45719"/>
                  <a:gd name="connsiteX4" fmla="*/ 62 w 219137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42862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54183 w 219075"/>
                  <a:gd name="connsiteY3" fmla="*/ 45719 h 45719"/>
                  <a:gd name="connsiteX4" fmla="*/ 0 w 219075"/>
                  <a:gd name="connsiteY4" fmla="*/ 0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075" h="45719">
                    <a:moveTo>
                      <a:pt x="0" y="0"/>
                    </a:moveTo>
                    <a:lnTo>
                      <a:pt x="219075" y="0"/>
                    </a:lnTo>
                    <a:lnTo>
                      <a:pt x="219075" y="45719"/>
                    </a:lnTo>
                    <a:lnTo>
                      <a:pt x="54183" y="45719"/>
                    </a:lnTo>
                    <a:cubicBezTo>
                      <a:pt x="16878" y="44794"/>
                      <a:pt x="76" y="22792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ACADB2"/>
                  </a:gs>
                  <a:gs pos="29000">
                    <a:srgbClr val="DADBDF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tau Display"/>
                  <a:ea typeface="+mn-ea"/>
                  <a:cs typeface="+mn-cs"/>
                </a:endParaRPr>
              </a:p>
            </p:txBody>
          </p:sp>
          <p:sp>
            <p:nvSpPr>
              <p:cNvPr id="18" name="Retângulo 14">
                <a:extLst>
                  <a:ext uri="{FF2B5EF4-FFF2-40B4-BE49-F238E27FC236}">
                    <a16:creationId xmlns:a16="http://schemas.microsoft.com/office/drawing/2014/main" id="{E8DDA581-F92D-66AD-6EE0-2BDBCFF7DE2B}"/>
                  </a:ext>
                </a:extLst>
              </p:cNvPr>
              <p:cNvSpPr/>
              <p:nvPr/>
            </p:nvSpPr>
            <p:spPr>
              <a:xfrm flipH="1">
                <a:off x="7667979" y="4952884"/>
                <a:ext cx="198000" cy="32400"/>
              </a:xfrm>
              <a:custGeom>
                <a:avLst/>
                <a:gdLst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0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33337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65"/>
                  <a:gd name="connsiteX1" fmla="*/ 219075 w 219075"/>
                  <a:gd name="connsiteY1" fmla="*/ 0 h 45765"/>
                  <a:gd name="connsiteX2" fmla="*/ 219075 w 219075"/>
                  <a:gd name="connsiteY2" fmla="*/ 45719 h 45765"/>
                  <a:gd name="connsiteX3" fmla="*/ 33337 w 219075"/>
                  <a:gd name="connsiteY3" fmla="*/ 45719 h 45765"/>
                  <a:gd name="connsiteX4" fmla="*/ 0 w 219075"/>
                  <a:gd name="connsiteY4" fmla="*/ 0 h 45765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33337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42862 w 219075"/>
                  <a:gd name="connsiteY3" fmla="*/ 45719 h 45719"/>
                  <a:gd name="connsiteX4" fmla="*/ 0 w 219075"/>
                  <a:gd name="connsiteY4" fmla="*/ 0 h 45719"/>
                  <a:gd name="connsiteX0" fmla="*/ 62 w 219137"/>
                  <a:gd name="connsiteY0" fmla="*/ 0 h 45719"/>
                  <a:gd name="connsiteX1" fmla="*/ 219137 w 219137"/>
                  <a:gd name="connsiteY1" fmla="*/ 0 h 45719"/>
                  <a:gd name="connsiteX2" fmla="*/ 219137 w 219137"/>
                  <a:gd name="connsiteY2" fmla="*/ 45719 h 45719"/>
                  <a:gd name="connsiteX3" fmla="*/ 42924 w 219137"/>
                  <a:gd name="connsiteY3" fmla="*/ 45719 h 45719"/>
                  <a:gd name="connsiteX4" fmla="*/ 62 w 219137"/>
                  <a:gd name="connsiteY4" fmla="*/ 0 h 45719"/>
                  <a:gd name="connsiteX0" fmla="*/ 62 w 219137"/>
                  <a:gd name="connsiteY0" fmla="*/ 0 h 45719"/>
                  <a:gd name="connsiteX1" fmla="*/ 219137 w 219137"/>
                  <a:gd name="connsiteY1" fmla="*/ 0 h 45719"/>
                  <a:gd name="connsiteX2" fmla="*/ 219137 w 219137"/>
                  <a:gd name="connsiteY2" fmla="*/ 45719 h 45719"/>
                  <a:gd name="connsiteX3" fmla="*/ 42924 w 219137"/>
                  <a:gd name="connsiteY3" fmla="*/ 45719 h 45719"/>
                  <a:gd name="connsiteX4" fmla="*/ 62 w 219137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42862 w 219075"/>
                  <a:gd name="connsiteY3" fmla="*/ 45719 h 45719"/>
                  <a:gd name="connsiteX4" fmla="*/ 0 w 219075"/>
                  <a:gd name="connsiteY4" fmla="*/ 0 h 45719"/>
                  <a:gd name="connsiteX0" fmla="*/ 0 w 219075"/>
                  <a:gd name="connsiteY0" fmla="*/ 0 h 45719"/>
                  <a:gd name="connsiteX1" fmla="*/ 219075 w 219075"/>
                  <a:gd name="connsiteY1" fmla="*/ 0 h 45719"/>
                  <a:gd name="connsiteX2" fmla="*/ 219075 w 219075"/>
                  <a:gd name="connsiteY2" fmla="*/ 45719 h 45719"/>
                  <a:gd name="connsiteX3" fmla="*/ 54183 w 219075"/>
                  <a:gd name="connsiteY3" fmla="*/ 45719 h 45719"/>
                  <a:gd name="connsiteX4" fmla="*/ 0 w 219075"/>
                  <a:gd name="connsiteY4" fmla="*/ 0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075" h="45719">
                    <a:moveTo>
                      <a:pt x="0" y="0"/>
                    </a:moveTo>
                    <a:lnTo>
                      <a:pt x="219075" y="0"/>
                    </a:lnTo>
                    <a:lnTo>
                      <a:pt x="219075" y="45719"/>
                    </a:lnTo>
                    <a:lnTo>
                      <a:pt x="54183" y="45719"/>
                    </a:lnTo>
                    <a:cubicBezTo>
                      <a:pt x="16878" y="44794"/>
                      <a:pt x="76" y="22792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ACADB2"/>
                  </a:gs>
                  <a:gs pos="29000">
                    <a:srgbClr val="DADBDF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tau Display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3B0360-0804-D568-EB5D-DDFF0ED89F54}"/>
              </a:ext>
            </a:extLst>
          </p:cNvPr>
          <p:cNvSpPr/>
          <p:nvPr userDrawn="1"/>
        </p:nvSpPr>
        <p:spPr>
          <a:xfrm>
            <a:off x="2051210" y="774949"/>
            <a:ext cx="8089581" cy="5070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0A08EB0C-3F0F-7841-F901-FECE931AB67E}"/>
              </a:ext>
            </a:extLst>
          </p:cNvPr>
          <p:cNvSpPr>
            <a:spLocks noGrp="1"/>
          </p:cNvSpPr>
          <p:nvPr>
            <p:ph type="pic" sz="quarter" idx="330" hasCustomPrompt="1"/>
          </p:nvPr>
        </p:nvSpPr>
        <p:spPr>
          <a:xfrm>
            <a:off x="2051210" y="774949"/>
            <a:ext cx="8089581" cy="5078550"/>
          </a:xfrm>
          <a:prstGeom prst="rect">
            <a:avLst/>
          </a:prstGeom>
        </p:spPr>
        <p:txBody>
          <a:bodyPr tIns="1728000" anchor="ctr"/>
          <a:lstStyle>
            <a:lvl1pPr marL="0" indent="0" algn="ctr">
              <a:buNone/>
              <a:defRPr sz="1400"/>
            </a:lvl1pPr>
          </a:lstStyle>
          <a:p>
            <a:r>
              <a:rPr lang="pt-BR"/>
              <a:t>Clique aqui para inserir imagem ou vídeo</a:t>
            </a:r>
          </a:p>
        </p:txBody>
      </p:sp>
    </p:spTree>
    <p:extLst>
      <p:ext uri="{BB962C8B-B14F-4D97-AF65-F5344CB8AC3E}">
        <p14:creationId xmlns:p14="http://schemas.microsoft.com/office/powerpoint/2010/main" val="3062046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o Itaú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C163EC5-8E41-CC13-62E3-32BA9C894E14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rgbClr val="0019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09DD1D-A2CC-E428-E097-A7E02F9973BD}"/>
              </a:ext>
            </a:extLst>
          </p:cNvPr>
          <p:cNvSpPr/>
          <p:nvPr userDrawn="1"/>
        </p:nvSpPr>
        <p:spPr>
          <a:xfrm rot="16200000">
            <a:off x="11568568" y="348209"/>
            <a:ext cx="865865" cy="22800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r"/>
            <a:r>
              <a:rPr lang="pt-BR" sz="1200" kern="0">
                <a:solidFill>
                  <a:schemeClr val="bg1"/>
                </a:solidFill>
                <a:latin typeface="Itau Text Pro XBold"/>
                <a:cs typeface="Itau Text Pro Bold" panose="020B0703020204020203" pitchFamily="34" charset="0"/>
              </a:rPr>
              <a:t>Top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1D992-9206-702E-5BAB-6B5459058BE6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F1B924-1BEC-567B-8605-F96E6D617794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20D3BD0-EF1B-5A84-22F5-F0AD3EDDAB9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223210D-873E-8299-8C24-7D759545408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B957C71E-D28D-0B63-24EA-5BD8FB23CC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985" y="6535022"/>
            <a:ext cx="231029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02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o Itaú Busi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C163EC5-8E41-CC13-62E3-32BA9C894E14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09DD1D-A2CC-E428-E097-A7E02F9973BD}"/>
              </a:ext>
            </a:extLst>
          </p:cNvPr>
          <p:cNvSpPr/>
          <p:nvPr userDrawn="1"/>
        </p:nvSpPr>
        <p:spPr>
          <a:xfrm rot="16200000">
            <a:off x="11568568" y="348209"/>
            <a:ext cx="865865" cy="22800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r"/>
            <a:r>
              <a:rPr lang="pt-BR" sz="1200" kern="0">
                <a:solidFill>
                  <a:schemeClr val="bg1"/>
                </a:solidFill>
                <a:latin typeface="Itau Text Pro XBold"/>
                <a:cs typeface="Itau Text Pro Bold" panose="020B0703020204020203" pitchFamily="34" charset="0"/>
              </a:rPr>
              <a:t>Business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1D992-9206-702E-5BAB-6B5459058BE6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F1B924-1BEC-567B-8605-F96E6D617794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20D3BD0-EF1B-5A84-22F5-F0AD3EDDAB9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223210D-873E-8299-8C24-7D759545408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6EAEB6F0-03F6-D451-1159-6E30D48A7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985" y="6535022"/>
            <a:ext cx="231029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2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o Itaú P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C163EC5-8E41-CC13-62E3-32BA9C894E14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09DD1D-A2CC-E428-E097-A7E02F9973BD}"/>
              </a:ext>
            </a:extLst>
          </p:cNvPr>
          <p:cNvSpPr/>
          <p:nvPr userDrawn="1"/>
        </p:nvSpPr>
        <p:spPr>
          <a:xfrm rot="16200000">
            <a:off x="11568568" y="348209"/>
            <a:ext cx="865865" cy="22800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r"/>
            <a:r>
              <a:rPr lang="pt-BR" sz="1200" kern="0">
                <a:solidFill>
                  <a:schemeClr val="bg1"/>
                </a:solidFill>
                <a:latin typeface="Itau Text Pro XBold"/>
                <a:cs typeface="Itau Text Pro Bold" panose="020B0703020204020203" pitchFamily="34" charset="0"/>
              </a:rPr>
              <a:t>Pro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1D992-9206-702E-5BAB-6B5459058BE6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F1B924-1BEC-567B-8605-F96E6D617794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20D3BD0-EF1B-5A84-22F5-F0AD3EDDAB9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223210D-873E-8299-8C24-7D759545408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70D05BAE-0853-ABD9-A36D-02F923D04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985" y="6535022"/>
            <a:ext cx="231029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6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o Itaú Empre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C163EC5-8E41-CC13-62E3-32BA9C894E14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rgbClr val="1243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09DD1D-A2CC-E428-E097-A7E02F9973BD}"/>
              </a:ext>
            </a:extLst>
          </p:cNvPr>
          <p:cNvSpPr/>
          <p:nvPr userDrawn="1"/>
        </p:nvSpPr>
        <p:spPr>
          <a:xfrm rot="16200000">
            <a:off x="11568568" y="348209"/>
            <a:ext cx="865865" cy="22800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r"/>
            <a:r>
              <a:rPr lang="pt-BR" sz="1200" kern="0">
                <a:solidFill>
                  <a:schemeClr val="bg1"/>
                </a:solidFill>
                <a:latin typeface="Itau Text Pro XBold"/>
                <a:cs typeface="Itau Text Pro Bold" panose="020B0703020204020203" pitchFamily="34" charset="0"/>
              </a:rPr>
              <a:t>Empreenda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1D992-9206-702E-5BAB-6B5459058BE6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F1B924-1BEC-567B-8605-F96E6D617794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20D3BD0-EF1B-5A84-22F5-F0AD3EDDAB9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223210D-873E-8299-8C24-7D759545408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D1959826-2105-A808-EE51-2A7DCBBD3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985" y="6535022"/>
            <a:ext cx="231029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99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o Reno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C163EC5-8E41-CC13-62E3-32BA9C894E14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rgbClr val="2D426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09DD1D-A2CC-E428-E097-A7E02F9973BD}"/>
              </a:ext>
            </a:extLst>
          </p:cNvPr>
          <p:cNvSpPr/>
          <p:nvPr userDrawn="1"/>
        </p:nvSpPr>
        <p:spPr>
          <a:xfrm rot="16200000">
            <a:off x="11568568" y="348209"/>
            <a:ext cx="865865" cy="228009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r"/>
            <a:r>
              <a:rPr lang="pt-BR" sz="1200" kern="0">
                <a:solidFill>
                  <a:schemeClr val="bg1"/>
                </a:solidFill>
                <a:latin typeface="Itau Text Pro XBold"/>
                <a:cs typeface="Itau Text Pro Bold" panose="020B0703020204020203" pitchFamily="34" charset="0"/>
              </a:rPr>
              <a:t>Renova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1D992-9206-702E-5BAB-6B5459058BE6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F1B924-1BEC-567B-8605-F96E6D617794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C20D3BD0-EF1B-5A84-22F5-F0AD3EDDAB9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223210D-873E-8299-8C24-7D759545408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D1959826-2105-A808-EE51-2A7DCBBD3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985" y="6535022"/>
            <a:ext cx="231029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21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daq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2CE8BE75-4322-4D02-9AFA-84400CFDFB2E}"/>
              </a:ext>
            </a:extLst>
          </p:cNvPr>
          <p:cNvSpPr/>
          <p:nvPr userDrawn="1"/>
        </p:nvSpPr>
        <p:spPr>
          <a:xfrm>
            <a:off x="9124962" y="2971814"/>
            <a:ext cx="3067039" cy="3886187"/>
          </a:xfrm>
          <a:custGeom>
            <a:avLst/>
            <a:gdLst>
              <a:gd name="connsiteX0" fmla="*/ 3067038 w 3067039"/>
              <a:gd name="connsiteY0" fmla="*/ 1 h 3886187"/>
              <a:gd name="connsiteX1" fmla="*/ 3067039 w 3067039"/>
              <a:gd name="connsiteY1" fmla="*/ 1 h 3886187"/>
              <a:gd name="connsiteX2" fmla="*/ 3067039 w 3067039"/>
              <a:gd name="connsiteY2" fmla="*/ 3886187 h 3886187"/>
              <a:gd name="connsiteX3" fmla="*/ 420808 w 3067039"/>
              <a:gd name="connsiteY3" fmla="*/ 3886187 h 3886187"/>
              <a:gd name="connsiteX4" fmla="*/ 281670 w 3067039"/>
              <a:gd name="connsiteY4" fmla="*/ 3747049 h 3886187"/>
              <a:gd name="connsiteX5" fmla="*/ 281670 w 3067039"/>
              <a:gd name="connsiteY5" fmla="*/ 2387027 h 3886187"/>
              <a:gd name="connsiteX6" fmla="*/ 2387027 w 3067039"/>
              <a:gd name="connsiteY6" fmla="*/ 281671 h 3886187"/>
              <a:gd name="connsiteX7" fmla="*/ 3067038 w 3067039"/>
              <a:gd name="connsiteY7" fmla="*/ 1 h 388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7039" h="3886187">
                <a:moveTo>
                  <a:pt x="3067038" y="1"/>
                </a:moveTo>
                <a:lnTo>
                  <a:pt x="3067039" y="1"/>
                </a:lnTo>
                <a:lnTo>
                  <a:pt x="3067039" y="3886187"/>
                </a:lnTo>
                <a:lnTo>
                  <a:pt x="420808" y="3886187"/>
                </a:lnTo>
                <a:lnTo>
                  <a:pt x="281670" y="3747049"/>
                </a:lnTo>
                <a:cubicBezTo>
                  <a:pt x="-93890" y="3371489"/>
                  <a:pt x="-93890" y="2762587"/>
                  <a:pt x="281670" y="2387027"/>
                </a:cubicBezTo>
                <a:lnTo>
                  <a:pt x="2387027" y="281671"/>
                </a:lnTo>
                <a:cubicBezTo>
                  <a:pt x="2574807" y="93890"/>
                  <a:pt x="2820922" y="0"/>
                  <a:pt x="3067038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4EB7876D-A1ED-F80E-227D-0BB7100600EC}"/>
              </a:ext>
            </a:extLst>
          </p:cNvPr>
          <p:cNvSpPr/>
          <p:nvPr userDrawn="1"/>
        </p:nvSpPr>
        <p:spPr>
          <a:xfrm>
            <a:off x="11148523" y="1"/>
            <a:ext cx="1043476" cy="2381761"/>
          </a:xfrm>
          <a:custGeom>
            <a:avLst/>
            <a:gdLst>
              <a:gd name="connsiteX0" fmla="*/ 1038284 w 1043476"/>
              <a:gd name="connsiteY0" fmla="*/ 0 h 2381761"/>
              <a:gd name="connsiteX1" fmla="*/ 1043476 w 1043476"/>
              <a:gd name="connsiteY1" fmla="*/ 0 h 2381761"/>
              <a:gd name="connsiteX2" fmla="*/ 1043476 w 1043476"/>
              <a:gd name="connsiteY2" fmla="*/ 2381761 h 2381761"/>
              <a:gd name="connsiteX3" fmla="*/ 106067 w 1043476"/>
              <a:gd name="connsiteY3" fmla="*/ 1444352 h 2381761"/>
              <a:gd name="connsiteX4" fmla="*/ 106067 w 1043476"/>
              <a:gd name="connsiteY4" fmla="*/ 932217 h 2381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76" h="2381761">
                <a:moveTo>
                  <a:pt x="1038284" y="0"/>
                </a:moveTo>
                <a:lnTo>
                  <a:pt x="1043476" y="0"/>
                </a:lnTo>
                <a:lnTo>
                  <a:pt x="1043476" y="2381761"/>
                </a:lnTo>
                <a:lnTo>
                  <a:pt x="106067" y="1444352"/>
                </a:lnTo>
                <a:cubicBezTo>
                  <a:pt x="-35355" y="1302930"/>
                  <a:pt x="-35355" y="1073639"/>
                  <a:pt x="106067" y="93221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0A6EFA4B-00D5-F9F2-0D7B-2B1C85DE0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0"/>
            <a:ext cx="2916947" cy="6858000"/>
          </a:xfrm>
          <a:custGeom>
            <a:avLst/>
            <a:gdLst>
              <a:gd name="connsiteX0" fmla="*/ 0 w 2916947"/>
              <a:gd name="connsiteY0" fmla="*/ 0 h 6858000"/>
              <a:gd name="connsiteX1" fmla="*/ 19054 w 2916947"/>
              <a:gd name="connsiteY1" fmla="*/ 0 h 6858000"/>
              <a:gd name="connsiteX2" fmla="*/ 2541399 w 2916947"/>
              <a:gd name="connsiteY2" fmla="*/ 2522345 h 6858000"/>
              <a:gd name="connsiteX3" fmla="*/ 2541399 w 2916947"/>
              <a:gd name="connsiteY3" fmla="*/ 4335656 h 6858000"/>
              <a:gd name="connsiteX4" fmla="*/ 19054 w 2916947"/>
              <a:gd name="connsiteY4" fmla="*/ 6858000 h 6858000"/>
              <a:gd name="connsiteX5" fmla="*/ 0 w 291694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6947" h="6858000">
                <a:moveTo>
                  <a:pt x="0" y="0"/>
                </a:moveTo>
                <a:lnTo>
                  <a:pt x="19054" y="0"/>
                </a:lnTo>
                <a:lnTo>
                  <a:pt x="2541399" y="2522345"/>
                </a:lnTo>
                <a:cubicBezTo>
                  <a:pt x="3042130" y="3023076"/>
                  <a:pt x="3042130" y="3834924"/>
                  <a:pt x="2541399" y="4335656"/>
                </a:cubicBezTo>
                <a:lnTo>
                  <a:pt x="190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C5A3C1C-CED6-41A7-32B4-5233105F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300" y="2635039"/>
            <a:ext cx="10439400" cy="2601912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4400" strike="noStrike"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lvl="0"/>
            <a:r>
              <a:rPr lang="pt-BR"/>
              <a:t>Exemplo de texto em slide de destaque. Utilize para frases, vídeos ou imagens.</a:t>
            </a:r>
          </a:p>
          <a:p>
            <a:pPr lvl="0"/>
            <a:r>
              <a:rPr lang="pt-BR"/>
              <a:t>Este não é um slide para conteúdo denso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2214EA4D-BE5B-8732-FA8A-FB3D030349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4886" y="6535408"/>
            <a:ext cx="233229" cy="233229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CA6922DA-8303-C941-8FF8-D89AEBBA3351}"/>
              </a:ext>
            </a:extLst>
          </p:cNvPr>
          <p:cNvSpPr txBox="1"/>
          <p:nvPr userDrawn="1"/>
        </p:nvSpPr>
        <p:spPr>
          <a:xfrm rot="16200000">
            <a:off x="11280761" y="5361695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rgbClr val="7F7F7F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7F79DD4-A3AB-4922-8692-33B0BCFF8A1F}"/>
              </a:ext>
            </a:extLst>
          </p:cNvPr>
          <p:cNvSpPr txBox="1"/>
          <p:nvPr userDrawn="1"/>
        </p:nvSpPr>
        <p:spPr>
          <a:xfrm rot="16200000">
            <a:off x="11803857" y="6240828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rgbClr val="7F7F7F"/>
                </a:solidFill>
                <a:latin typeface="Itau Display Pro Heavy" panose="020B0803020204020204" pitchFamily="34" charset="0"/>
                <a:cs typeface="Itau Display Pro Heavy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rgbClr val="7F7F7F"/>
              </a:solidFill>
              <a:latin typeface="Itau Display Pro Heavy" panose="020B0803020204020204" pitchFamily="34" charset="0"/>
              <a:cs typeface="Itau Display Pro Heavy" panose="020B0803020204020204" pitchFamily="34" charset="0"/>
            </a:endParaRPr>
          </a:p>
        </p:txBody>
      </p:sp>
      <p:sp>
        <p:nvSpPr>
          <p:cNvPr id="2" name="Espaço Reservado para Texto 21">
            <a:extLst>
              <a:ext uri="{FF2B5EF4-FFF2-40B4-BE49-F238E27FC236}">
                <a16:creationId xmlns:a16="http://schemas.microsoft.com/office/drawing/2014/main" id="{CC1D4D75-DB54-BE3A-6564-3FAABBB114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 flipV="1">
            <a:off x="9671752" y="-635055"/>
            <a:ext cx="1913768" cy="3183878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  <a:gd name="connsiteX0" fmla="*/ 2793052 w 2793052"/>
              <a:gd name="connsiteY0" fmla="*/ 4514640 h 4514640"/>
              <a:gd name="connsiteX1" fmla="*/ 449686 w 2793052"/>
              <a:gd name="connsiteY1" fmla="*/ 2171274 h 4514640"/>
              <a:gd name="connsiteX2" fmla="*/ 449686 w 2793052"/>
              <a:gd name="connsiteY2" fmla="*/ -1 h 451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3052" h="4514640">
                <a:moveTo>
                  <a:pt x="2793052" y="4514640"/>
                </a:moveTo>
                <a:lnTo>
                  <a:pt x="449686" y="2171274"/>
                </a:lnTo>
                <a:cubicBezTo>
                  <a:pt x="-149895" y="1571693"/>
                  <a:pt x="-149895" y="599579"/>
                  <a:pt x="449686" y="-1"/>
                </a:cubicBez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4469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25FBE6DA-537B-56C1-BF70-56A4CBED9B09}"/>
              </a:ext>
            </a:extLst>
          </p:cNvPr>
          <p:cNvSpPr/>
          <p:nvPr userDrawn="1"/>
        </p:nvSpPr>
        <p:spPr>
          <a:xfrm>
            <a:off x="9124962" y="2971814"/>
            <a:ext cx="3067039" cy="3886187"/>
          </a:xfrm>
          <a:custGeom>
            <a:avLst/>
            <a:gdLst>
              <a:gd name="connsiteX0" fmla="*/ 3067038 w 3067039"/>
              <a:gd name="connsiteY0" fmla="*/ 1 h 3886187"/>
              <a:gd name="connsiteX1" fmla="*/ 3067039 w 3067039"/>
              <a:gd name="connsiteY1" fmla="*/ 1 h 3886187"/>
              <a:gd name="connsiteX2" fmla="*/ 3067039 w 3067039"/>
              <a:gd name="connsiteY2" fmla="*/ 3886187 h 3886187"/>
              <a:gd name="connsiteX3" fmla="*/ 420808 w 3067039"/>
              <a:gd name="connsiteY3" fmla="*/ 3886187 h 3886187"/>
              <a:gd name="connsiteX4" fmla="*/ 281670 w 3067039"/>
              <a:gd name="connsiteY4" fmla="*/ 3747049 h 3886187"/>
              <a:gd name="connsiteX5" fmla="*/ 281670 w 3067039"/>
              <a:gd name="connsiteY5" fmla="*/ 2387027 h 3886187"/>
              <a:gd name="connsiteX6" fmla="*/ 2387027 w 3067039"/>
              <a:gd name="connsiteY6" fmla="*/ 281671 h 3886187"/>
              <a:gd name="connsiteX7" fmla="*/ 3067038 w 3067039"/>
              <a:gd name="connsiteY7" fmla="*/ 1 h 388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7039" h="3886187">
                <a:moveTo>
                  <a:pt x="3067038" y="1"/>
                </a:moveTo>
                <a:lnTo>
                  <a:pt x="3067039" y="1"/>
                </a:lnTo>
                <a:lnTo>
                  <a:pt x="3067039" y="3886187"/>
                </a:lnTo>
                <a:lnTo>
                  <a:pt x="420808" y="3886187"/>
                </a:lnTo>
                <a:lnTo>
                  <a:pt x="281670" y="3747049"/>
                </a:lnTo>
                <a:cubicBezTo>
                  <a:pt x="-93890" y="3371489"/>
                  <a:pt x="-93890" y="2762587"/>
                  <a:pt x="281670" y="2387027"/>
                </a:cubicBezTo>
                <a:lnTo>
                  <a:pt x="2387027" y="281671"/>
                </a:lnTo>
                <a:cubicBezTo>
                  <a:pt x="2574807" y="93890"/>
                  <a:pt x="2820922" y="0"/>
                  <a:pt x="3067038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F8B0A3A5-24A5-0C4E-6C0B-C2D93D0A51FD}"/>
              </a:ext>
            </a:extLst>
          </p:cNvPr>
          <p:cNvSpPr/>
          <p:nvPr userDrawn="1"/>
        </p:nvSpPr>
        <p:spPr>
          <a:xfrm>
            <a:off x="11148523" y="1"/>
            <a:ext cx="1043476" cy="2381761"/>
          </a:xfrm>
          <a:custGeom>
            <a:avLst/>
            <a:gdLst>
              <a:gd name="connsiteX0" fmla="*/ 1038284 w 1043476"/>
              <a:gd name="connsiteY0" fmla="*/ 0 h 2381761"/>
              <a:gd name="connsiteX1" fmla="*/ 1043476 w 1043476"/>
              <a:gd name="connsiteY1" fmla="*/ 0 h 2381761"/>
              <a:gd name="connsiteX2" fmla="*/ 1043476 w 1043476"/>
              <a:gd name="connsiteY2" fmla="*/ 2381761 h 2381761"/>
              <a:gd name="connsiteX3" fmla="*/ 106067 w 1043476"/>
              <a:gd name="connsiteY3" fmla="*/ 1444352 h 2381761"/>
              <a:gd name="connsiteX4" fmla="*/ 106067 w 1043476"/>
              <a:gd name="connsiteY4" fmla="*/ 932217 h 2381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476" h="2381761">
                <a:moveTo>
                  <a:pt x="1038284" y="0"/>
                </a:moveTo>
                <a:lnTo>
                  <a:pt x="1043476" y="0"/>
                </a:lnTo>
                <a:lnTo>
                  <a:pt x="1043476" y="2381761"/>
                </a:lnTo>
                <a:lnTo>
                  <a:pt x="106067" y="1444352"/>
                </a:lnTo>
                <a:cubicBezTo>
                  <a:pt x="-35355" y="1302930"/>
                  <a:pt x="-35355" y="1073639"/>
                  <a:pt x="106067" y="93221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4CB8FB-6721-5060-7B40-93E76E7FEA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0"/>
            <a:ext cx="2916947" cy="6858000"/>
          </a:xfrm>
          <a:custGeom>
            <a:avLst/>
            <a:gdLst>
              <a:gd name="connsiteX0" fmla="*/ 0 w 2916947"/>
              <a:gd name="connsiteY0" fmla="*/ 0 h 6858000"/>
              <a:gd name="connsiteX1" fmla="*/ 19054 w 2916947"/>
              <a:gd name="connsiteY1" fmla="*/ 0 h 6858000"/>
              <a:gd name="connsiteX2" fmla="*/ 2541399 w 2916947"/>
              <a:gd name="connsiteY2" fmla="*/ 2522345 h 6858000"/>
              <a:gd name="connsiteX3" fmla="*/ 2541399 w 2916947"/>
              <a:gd name="connsiteY3" fmla="*/ 4335656 h 6858000"/>
              <a:gd name="connsiteX4" fmla="*/ 19054 w 2916947"/>
              <a:gd name="connsiteY4" fmla="*/ 6858000 h 6858000"/>
              <a:gd name="connsiteX5" fmla="*/ 0 w 291694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6947" h="6858000">
                <a:moveTo>
                  <a:pt x="0" y="0"/>
                </a:moveTo>
                <a:lnTo>
                  <a:pt x="19054" y="0"/>
                </a:lnTo>
                <a:lnTo>
                  <a:pt x="2541399" y="2522345"/>
                </a:lnTo>
                <a:cubicBezTo>
                  <a:pt x="3042130" y="3023076"/>
                  <a:pt x="3042130" y="3834924"/>
                  <a:pt x="2541399" y="4335656"/>
                </a:cubicBezTo>
                <a:lnTo>
                  <a:pt x="190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ln>
                  <a:noFill/>
                </a:ln>
                <a:noFill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" name="Espaço Reservado para Texto 8">
            <a:extLst>
              <a:ext uri="{FF2B5EF4-FFF2-40B4-BE49-F238E27FC236}">
                <a16:creationId xmlns:a16="http://schemas.microsoft.com/office/drawing/2014/main" id="{3BD6392B-0212-C602-327D-996C76B228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074420" y="2783364"/>
            <a:ext cx="14340840" cy="260191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65000"/>
              </a:lnSpc>
              <a:spcBef>
                <a:spcPts val="0"/>
              </a:spcBef>
              <a:spcAft>
                <a:spcPts val="1600"/>
              </a:spcAft>
              <a:buNone/>
              <a:defRPr lang="pt-BR" sz="25000" kern="1200" spc="-300" dirty="0">
                <a:ln w="19050">
                  <a:solidFill>
                    <a:schemeClr val="bg1">
                      <a:lumMod val="85000"/>
                      <a:alpha val="50000"/>
                    </a:schemeClr>
                  </a:solidFill>
                </a:ln>
                <a:noFill/>
                <a:latin typeface="Itau Display Pro Heavy" panose="020B0803020204020204" pitchFamily="34" charset="0"/>
                <a:ea typeface="+mn-ea"/>
                <a:cs typeface="Itau Display Pro Heavy" panose="020B0803020204020204" pitchFamily="34" charset="0"/>
              </a:defRPr>
            </a:lvl1pPr>
          </a:lstStyle>
          <a:p>
            <a:pPr lvl="0"/>
            <a:r>
              <a:rPr lang="pt-BR"/>
              <a:t>destaque</a:t>
            </a:r>
          </a:p>
        </p:txBody>
      </p:sp>
      <p:sp>
        <p:nvSpPr>
          <p:cNvPr id="21" name="Espaço Reservado para Texto 8">
            <a:extLst>
              <a:ext uri="{FF2B5EF4-FFF2-40B4-BE49-F238E27FC236}">
                <a16:creationId xmlns:a16="http://schemas.microsoft.com/office/drawing/2014/main" id="{17385FC1-4307-2F81-9521-10E2B552D4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3519" y="3788855"/>
            <a:ext cx="2171748" cy="590931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r">
              <a:spcBef>
                <a:spcPts val="0"/>
              </a:spcBef>
              <a:spcAft>
                <a:spcPts val="1600"/>
              </a:spcAft>
              <a:buNone/>
              <a:defRPr sz="3600" strike="noStrike">
                <a:solidFill>
                  <a:schemeClr val="tx2"/>
                </a:solidFill>
                <a:latin typeface="+mn-lt"/>
                <a:cs typeface="Itau Display Pro Light" panose="020B0403020204020204" pitchFamily="34" charset="0"/>
              </a:defRPr>
            </a:lvl1pPr>
          </a:lstStyle>
          <a:p>
            <a:pPr lvl="0"/>
            <a:r>
              <a:rPr lang="pt-BR"/>
              <a:t>Texto com</a:t>
            </a:r>
          </a:p>
        </p:txBody>
      </p: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78BB2FCE-DF16-CE62-195D-B012A24341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6714" y="3241782"/>
            <a:ext cx="6323591" cy="1685077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600"/>
              </a:spcAft>
              <a:buNone/>
              <a:defRPr lang="pt-BR" sz="11500" kern="1200" dirty="0">
                <a:solidFill>
                  <a:schemeClr val="accent5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destaque</a:t>
            </a:r>
          </a:p>
        </p:txBody>
      </p:sp>
      <p:sp>
        <p:nvSpPr>
          <p:cNvPr id="2" name="Espaço Reservado para Texto 21">
            <a:extLst>
              <a:ext uri="{FF2B5EF4-FFF2-40B4-BE49-F238E27FC236}">
                <a16:creationId xmlns:a16="http://schemas.microsoft.com/office/drawing/2014/main" id="{06D706FF-CC77-E080-6077-71602D10DA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 flipV="1">
            <a:off x="9671752" y="-635055"/>
            <a:ext cx="1913768" cy="3183878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  <a:gd name="connsiteX0" fmla="*/ 2793052 w 2793052"/>
              <a:gd name="connsiteY0" fmla="*/ 4514640 h 4514640"/>
              <a:gd name="connsiteX1" fmla="*/ 449686 w 2793052"/>
              <a:gd name="connsiteY1" fmla="*/ 2171274 h 4514640"/>
              <a:gd name="connsiteX2" fmla="*/ 449686 w 2793052"/>
              <a:gd name="connsiteY2" fmla="*/ -1 h 451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3052" h="4514640">
                <a:moveTo>
                  <a:pt x="2793052" y="4514640"/>
                </a:moveTo>
                <a:lnTo>
                  <a:pt x="449686" y="2171274"/>
                </a:lnTo>
                <a:cubicBezTo>
                  <a:pt x="-149895" y="1571693"/>
                  <a:pt x="-149895" y="599579"/>
                  <a:pt x="449686" y="-1"/>
                </a:cubicBezTo>
              </a:path>
            </a:pathLst>
          </a:cu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87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 1 sem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8DC77FE-5202-2875-3689-ED6CD1C7014B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53D5895D-EBAC-003C-55B9-6EB674A80F4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69899" y="281953"/>
            <a:ext cx="11243470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6E6FDED5-A65F-0EC1-594F-A4B4C478B4B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69900" y="7482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_Clique para inserir o subtítulo</a:t>
            </a:r>
          </a:p>
        </p:txBody>
      </p:sp>
    </p:spTree>
    <p:extLst>
      <p:ext uri="{BB962C8B-B14F-4D97-AF65-F5344CB8AC3E}">
        <p14:creationId xmlns:p14="http://schemas.microsoft.com/office/powerpoint/2010/main" val="1353913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B1DEE3C-129C-010C-97D6-285DE83191BA}"/>
              </a:ext>
            </a:extLst>
          </p:cNvPr>
          <p:cNvSpPr/>
          <p:nvPr userDrawn="1"/>
        </p:nvSpPr>
        <p:spPr>
          <a:xfrm>
            <a:off x="11708090" y="0"/>
            <a:ext cx="483909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l">
              <a:lnSpc>
                <a:spcPct val="90000"/>
              </a:lnSpc>
            </a:pPr>
            <a:endParaRPr lang="pt-BR" sz="1400" kern="0">
              <a:solidFill>
                <a:srgbClr val="47484A"/>
              </a:solidFill>
              <a:latin typeface="Itau Display Pro" panose="020B0503020204020204" pitchFamily="34" charset="0"/>
              <a:cs typeface="Itau Display Pro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383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B50306-12D0-F432-4D3F-C405484ED7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pt-BR">
              <a:solidFill>
                <a:schemeClr val="accent1"/>
              </a:solidFill>
            </a:endParaRPr>
          </a:p>
        </p:txBody>
      </p:sp>
      <p:sp>
        <p:nvSpPr>
          <p:cNvPr id="15" name="Espaço Reservado para Texto 21">
            <a:extLst>
              <a:ext uri="{FF2B5EF4-FFF2-40B4-BE49-F238E27FC236}">
                <a16:creationId xmlns:a16="http://schemas.microsoft.com/office/drawing/2014/main" id="{6DC923EB-94CA-1D21-6CC1-B491C998F5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 flipV="1">
            <a:off x="8108090" y="-1787301"/>
            <a:ext cx="2315659" cy="5852160"/>
          </a:xfrm>
          <a:custGeom>
            <a:avLst/>
            <a:gdLst>
              <a:gd name="connsiteX0" fmla="*/ 2793044 w 2797867"/>
              <a:gd name="connsiteY0" fmla="*/ 0 h 6858000"/>
              <a:gd name="connsiteX1" fmla="*/ 2797867 w 2797867"/>
              <a:gd name="connsiteY1" fmla="*/ 6858000 h 6858000"/>
              <a:gd name="connsiteX2" fmla="*/ 2793052 w 2797867"/>
              <a:gd name="connsiteY2" fmla="*/ 6858000 h 6858000"/>
              <a:gd name="connsiteX3" fmla="*/ 449686 w 2797867"/>
              <a:gd name="connsiteY3" fmla="*/ 4514634 h 6858000"/>
              <a:gd name="connsiteX4" fmla="*/ 449686 w 2797867"/>
              <a:gd name="connsiteY4" fmla="*/ 2343359 h 6858000"/>
              <a:gd name="connsiteX0" fmla="*/ 2793052 w 2884492"/>
              <a:gd name="connsiteY0" fmla="*/ 6858000 h 6949440"/>
              <a:gd name="connsiteX1" fmla="*/ 449686 w 2884492"/>
              <a:gd name="connsiteY1" fmla="*/ 4514634 h 6949440"/>
              <a:gd name="connsiteX2" fmla="*/ 449686 w 2884492"/>
              <a:gd name="connsiteY2" fmla="*/ 2343359 h 6949440"/>
              <a:gd name="connsiteX3" fmla="*/ 2793044 w 2884492"/>
              <a:gd name="connsiteY3" fmla="*/ 0 h 6949440"/>
              <a:gd name="connsiteX4" fmla="*/ 2797867 w 2884492"/>
              <a:gd name="connsiteY4" fmla="*/ 6858000 h 6949440"/>
              <a:gd name="connsiteX5" fmla="*/ 2884492 w 2884492"/>
              <a:gd name="connsiteY5" fmla="*/ 6949440 h 6949440"/>
              <a:gd name="connsiteX0" fmla="*/ 2793052 w 2797867"/>
              <a:gd name="connsiteY0" fmla="*/ 6858000 h 6858000"/>
              <a:gd name="connsiteX1" fmla="*/ 449686 w 2797867"/>
              <a:gd name="connsiteY1" fmla="*/ 4514634 h 6858000"/>
              <a:gd name="connsiteX2" fmla="*/ 449686 w 2797867"/>
              <a:gd name="connsiteY2" fmla="*/ 2343359 h 6858000"/>
              <a:gd name="connsiteX3" fmla="*/ 2793044 w 2797867"/>
              <a:gd name="connsiteY3" fmla="*/ 0 h 6858000"/>
              <a:gd name="connsiteX4" fmla="*/ 2797867 w 2797867"/>
              <a:gd name="connsiteY4" fmla="*/ 6858000 h 6858000"/>
              <a:gd name="connsiteX0" fmla="*/ 2793052 w 2793052"/>
              <a:gd name="connsiteY0" fmla="*/ 6858000 h 6858000"/>
              <a:gd name="connsiteX1" fmla="*/ 449686 w 2793052"/>
              <a:gd name="connsiteY1" fmla="*/ 4514634 h 6858000"/>
              <a:gd name="connsiteX2" fmla="*/ 449686 w 2793052"/>
              <a:gd name="connsiteY2" fmla="*/ 2343359 h 6858000"/>
              <a:gd name="connsiteX3" fmla="*/ 2793044 w 2793052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052" h="6858000">
                <a:moveTo>
                  <a:pt x="2793052" y="6858000"/>
                </a:moveTo>
                <a:lnTo>
                  <a:pt x="449686" y="4514634"/>
                </a:lnTo>
                <a:cubicBezTo>
                  <a:pt x="-149895" y="3915053"/>
                  <a:pt x="-149895" y="2942939"/>
                  <a:pt x="449686" y="2343359"/>
                </a:cubicBezTo>
                <a:lnTo>
                  <a:pt x="2793044" y="0"/>
                </a:ln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pt-BR" sz="100">
                <a:ln>
                  <a:noFill/>
                </a:ln>
                <a:noFill/>
              </a:defRPr>
            </a:lvl1pPr>
          </a:lstStyle>
          <a:p>
            <a:pPr marL="0" lvl="0" indent="0" algn="ctr">
              <a:buNone/>
            </a:pPr>
            <a:r>
              <a:rPr lang="pt-BR"/>
              <a:t>.</a:t>
            </a:r>
          </a:p>
        </p:txBody>
      </p:sp>
      <p:sp>
        <p:nvSpPr>
          <p:cNvPr id="3" name="Espaço Reservado para Texto 104">
            <a:extLst>
              <a:ext uri="{FF2B5EF4-FFF2-40B4-BE49-F238E27FC236}">
                <a16:creationId xmlns:a16="http://schemas.microsoft.com/office/drawing/2014/main" id="{59F8F61E-2F02-6D87-7ADE-6CC56DDA37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9304" y="1555451"/>
            <a:ext cx="871599" cy="871855"/>
          </a:xfrm>
          <a:custGeom>
            <a:avLst/>
            <a:gdLst>
              <a:gd name="connsiteX0" fmla="*/ 145309 w 871599"/>
              <a:gd name="connsiteY0" fmla="*/ 0 h 871855"/>
              <a:gd name="connsiteX1" fmla="*/ 726290 w 871599"/>
              <a:gd name="connsiteY1" fmla="*/ 0 h 871855"/>
              <a:gd name="connsiteX2" fmla="*/ 871599 w 871599"/>
              <a:gd name="connsiteY2" fmla="*/ 145309 h 871855"/>
              <a:gd name="connsiteX3" fmla="*/ 871599 w 871599"/>
              <a:gd name="connsiteY3" fmla="*/ 726546 h 871855"/>
              <a:gd name="connsiteX4" fmla="*/ 726290 w 871599"/>
              <a:gd name="connsiteY4" fmla="*/ 871855 h 871855"/>
              <a:gd name="connsiteX5" fmla="*/ 145309 w 871599"/>
              <a:gd name="connsiteY5" fmla="*/ 871855 h 871855"/>
              <a:gd name="connsiteX6" fmla="*/ 0 w 871599"/>
              <a:gd name="connsiteY6" fmla="*/ 726546 h 871855"/>
              <a:gd name="connsiteX7" fmla="*/ 0 w 871599"/>
              <a:gd name="connsiteY7" fmla="*/ 145309 h 871855"/>
              <a:gd name="connsiteX8" fmla="*/ 145309 w 871599"/>
              <a:gd name="connsiteY8" fmla="*/ 0 h 87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1599" h="871855">
                <a:moveTo>
                  <a:pt x="145309" y="0"/>
                </a:moveTo>
                <a:lnTo>
                  <a:pt x="726290" y="0"/>
                </a:lnTo>
                <a:cubicBezTo>
                  <a:pt x="806505" y="0"/>
                  <a:pt x="871599" y="65095"/>
                  <a:pt x="871599" y="145309"/>
                </a:cubicBezTo>
                <a:lnTo>
                  <a:pt x="871599" y="726546"/>
                </a:lnTo>
                <a:cubicBezTo>
                  <a:pt x="871599" y="806761"/>
                  <a:pt x="806505" y="871855"/>
                  <a:pt x="726290" y="871855"/>
                </a:cubicBezTo>
                <a:lnTo>
                  <a:pt x="145309" y="871855"/>
                </a:lnTo>
                <a:cubicBezTo>
                  <a:pt x="64838" y="871855"/>
                  <a:pt x="0" y="806761"/>
                  <a:pt x="0" y="726546"/>
                </a:cubicBezTo>
                <a:lnTo>
                  <a:pt x="0" y="145309"/>
                </a:lnTo>
                <a:cubicBezTo>
                  <a:pt x="0" y="65095"/>
                  <a:pt x="64838" y="0"/>
                  <a:pt x="1453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4" name="Espaço Reservado para Texto 116">
            <a:extLst>
              <a:ext uri="{FF2B5EF4-FFF2-40B4-BE49-F238E27FC236}">
                <a16:creationId xmlns:a16="http://schemas.microsoft.com/office/drawing/2014/main" id="{4CCDED53-EE4F-14AF-EFA2-1452A673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1830" y="1991122"/>
            <a:ext cx="726291" cy="296257"/>
          </a:xfrm>
          <a:custGeom>
            <a:avLst/>
            <a:gdLst>
              <a:gd name="connsiteX0" fmla="*/ 410045 w 726291"/>
              <a:gd name="connsiteY0" fmla="*/ 187339 h 296257"/>
              <a:gd name="connsiteX1" fmla="*/ 396718 w 726291"/>
              <a:gd name="connsiteY1" fmla="*/ 187595 h 296257"/>
              <a:gd name="connsiteX2" fmla="*/ 376729 w 726291"/>
              <a:gd name="connsiteY2" fmla="*/ 189389 h 296257"/>
              <a:gd name="connsiteX3" fmla="*/ 333162 w 726291"/>
              <a:gd name="connsiteY3" fmla="*/ 224499 h 296257"/>
              <a:gd name="connsiteX4" fmla="*/ 364684 w 726291"/>
              <a:gd name="connsiteY4" fmla="*/ 252434 h 296257"/>
              <a:gd name="connsiteX5" fmla="*/ 407995 w 726291"/>
              <a:gd name="connsiteY5" fmla="*/ 224755 h 296257"/>
              <a:gd name="connsiteX6" fmla="*/ 408507 w 726291"/>
              <a:gd name="connsiteY6" fmla="*/ 223730 h 296257"/>
              <a:gd name="connsiteX7" fmla="*/ 409276 w 726291"/>
              <a:gd name="connsiteY7" fmla="*/ 221424 h 296257"/>
              <a:gd name="connsiteX8" fmla="*/ 410301 w 726291"/>
              <a:gd name="connsiteY8" fmla="*/ 210404 h 296257"/>
              <a:gd name="connsiteX9" fmla="*/ 410045 w 726291"/>
              <a:gd name="connsiteY9" fmla="*/ 210404 h 296257"/>
              <a:gd name="connsiteX10" fmla="*/ 510506 w 726291"/>
              <a:gd name="connsiteY10" fmla="*/ 72783 h 296257"/>
              <a:gd name="connsiteX11" fmla="*/ 576626 w 726291"/>
              <a:gd name="connsiteY11" fmla="*/ 72783 h 296257"/>
              <a:gd name="connsiteX12" fmla="*/ 576626 w 726291"/>
              <a:gd name="connsiteY12" fmla="*/ 188108 h 296257"/>
              <a:gd name="connsiteX13" fmla="*/ 616348 w 726291"/>
              <a:gd name="connsiteY13" fmla="*/ 242439 h 296257"/>
              <a:gd name="connsiteX14" fmla="*/ 657097 w 726291"/>
              <a:gd name="connsiteY14" fmla="*/ 214505 h 296257"/>
              <a:gd name="connsiteX15" fmla="*/ 659403 w 726291"/>
              <a:gd name="connsiteY15" fmla="*/ 200666 h 296257"/>
              <a:gd name="connsiteX16" fmla="*/ 659403 w 726291"/>
              <a:gd name="connsiteY16" fmla="*/ 73040 h 296257"/>
              <a:gd name="connsiteX17" fmla="*/ 726291 w 726291"/>
              <a:gd name="connsiteY17" fmla="*/ 73040 h 296257"/>
              <a:gd name="connsiteX18" fmla="*/ 726291 w 726291"/>
              <a:gd name="connsiteY18" fmla="*/ 290876 h 296257"/>
              <a:gd name="connsiteX19" fmla="*/ 672729 w 726291"/>
              <a:gd name="connsiteY19" fmla="*/ 290876 h 296257"/>
              <a:gd name="connsiteX20" fmla="*/ 664272 w 726291"/>
              <a:gd name="connsiteY20" fmla="*/ 259866 h 296257"/>
              <a:gd name="connsiteX21" fmla="*/ 655046 w 726291"/>
              <a:gd name="connsiteY21" fmla="*/ 271142 h 296257"/>
              <a:gd name="connsiteX22" fmla="*/ 640438 w 726291"/>
              <a:gd name="connsiteY22" fmla="*/ 282675 h 296257"/>
              <a:gd name="connsiteX23" fmla="*/ 619680 w 726291"/>
              <a:gd name="connsiteY23" fmla="*/ 291901 h 296257"/>
              <a:gd name="connsiteX24" fmla="*/ 592002 w 726291"/>
              <a:gd name="connsiteY24" fmla="*/ 295745 h 296257"/>
              <a:gd name="connsiteX25" fmla="*/ 559199 w 726291"/>
              <a:gd name="connsiteY25" fmla="*/ 290363 h 296257"/>
              <a:gd name="connsiteX26" fmla="*/ 533571 w 726291"/>
              <a:gd name="connsiteY26" fmla="*/ 273193 h 296257"/>
              <a:gd name="connsiteX27" fmla="*/ 516657 w 726291"/>
              <a:gd name="connsiteY27" fmla="*/ 243721 h 296257"/>
              <a:gd name="connsiteX28" fmla="*/ 510506 w 726291"/>
              <a:gd name="connsiteY28" fmla="*/ 200154 h 296257"/>
              <a:gd name="connsiteX29" fmla="*/ 371603 w 726291"/>
              <a:gd name="connsiteY29" fmla="*/ 66632 h 296257"/>
              <a:gd name="connsiteX30" fmla="*/ 472320 w 726291"/>
              <a:gd name="connsiteY30" fmla="*/ 161968 h 296257"/>
              <a:gd name="connsiteX31" fmla="*/ 472320 w 726291"/>
              <a:gd name="connsiteY31" fmla="*/ 290875 h 296257"/>
              <a:gd name="connsiteX32" fmla="*/ 417221 w 726291"/>
              <a:gd name="connsiteY32" fmla="*/ 290875 h 296257"/>
              <a:gd name="connsiteX33" fmla="*/ 409788 w 726291"/>
              <a:gd name="connsiteY33" fmla="*/ 268323 h 296257"/>
              <a:gd name="connsiteX34" fmla="*/ 409020 w 726291"/>
              <a:gd name="connsiteY34" fmla="*/ 268323 h 296257"/>
              <a:gd name="connsiteX35" fmla="*/ 340850 w 726291"/>
              <a:gd name="connsiteY35" fmla="*/ 296257 h 296257"/>
              <a:gd name="connsiteX36" fmla="*/ 266017 w 726291"/>
              <a:gd name="connsiteY36" fmla="*/ 229625 h 296257"/>
              <a:gd name="connsiteX37" fmla="*/ 408251 w 726291"/>
              <a:gd name="connsiteY37" fmla="*/ 145053 h 296257"/>
              <a:gd name="connsiteX38" fmla="*/ 408251 w 726291"/>
              <a:gd name="connsiteY38" fmla="*/ 142747 h 296257"/>
              <a:gd name="connsiteX39" fmla="*/ 360327 w 726291"/>
              <a:gd name="connsiteY39" fmla="*/ 112506 h 296257"/>
              <a:gd name="connsiteX40" fmla="*/ 294976 w 726291"/>
              <a:gd name="connsiteY40" fmla="*/ 129933 h 296257"/>
              <a:gd name="connsiteX41" fmla="*/ 282162 w 726291"/>
              <a:gd name="connsiteY41" fmla="*/ 87134 h 296257"/>
              <a:gd name="connsiteX42" fmla="*/ 371603 w 726291"/>
              <a:gd name="connsiteY42" fmla="*/ 66632 h 296257"/>
              <a:gd name="connsiteX43" fmla="*/ 634288 w 726291"/>
              <a:gd name="connsiteY43" fmla="*/ 0 h 296257"/>
              <a:gd name="connsiteX44" fmla="*/ 698357 w 726291"/>
              <a:gd name="connsiteY44" fmla="*/ 0 h 296257"/>
              <a:gd name="connsiteX45" fmla="*/ 640695 w 726291"/>
              <a:gd name="connsiteY45" fmla="*/ 58687 h 296257"/>
              <a:gd name="connsiteX46" fmla="*/ 593540 w 726291"/>
              <a:gd name="connsiteY46" fmla="*/ 58687 h 296257"/>
              <a:gd name="connsiteX47" fmla="*/ 131471 w 726291"/>
              <a:gd name="connsiteY47" fmla="*/ 0 h 296257"/>
              <a:gd name="connsiteX48" fmla="*/ 197078 w 726291"/>
              <a:gd name="connsiteY48" fmla="*/ 0 h 296257"/>
              <a:gd name="connsiteX49" fmla="*/ 197078 w 726291"/>
              <a:gd name="connsiteY49" fmla="*/ 72783 h 296257"/>
              <a:gd name="connsiteX50" fmla="*/ 239108 w 726291"/>
              <a:gd name="connsiteY50" fmla="*/ 72783 h 296257"/>
              <a:gd name="connsiteX51" fmla="*/ 239108 w 726291"/>
              <a:gd name="connsiteY51" fmla="*/ 122501 h 296257"/>
              <a:gd name="connsiteX52" fmla="*/ 197078 w 726291"/>
              <a:gd name="connsiteY52" fmla="*/ 122501 h 296257"/>
              <a:gd name="connsiteX53" fmla="*/ 197078 w 726291"/>
              <a:gd name="connsiteY53" fmla="*/ 199641 h 296257"/>
              <a:gd name="connsiteX54" fmla="*/ 226037 w 726291"/>
              <a:gd name="connsiteY54" fmla="*/ 240901 h 296257"/>
              <a:gd name="connsiteX55" fmla="*/ 239876 w 726291"/>
              <a:gd name="connsiteY55" fmla="*/ 239107 h 296257"/>
              <a:gd name="connsiteX56" fmla="*/ 239876 w 726291"/>
              <a:gd name="connsiteY56" fmla="*/ 289594 h 296257"/>
              <a:gd name="connsiteX57" fmla="*/ 203229 w 726291"/>
              <a:gd name="connsiteY57" fmla="*/ 296001 h 296257"/>
              <a:gd name="connsiteX58" fmla="*/ 149923 w 726291"/>
              <a:gd name="connsiteY58" fmla="*/ 275755 h 296257"/>
              <a:gd name="connsiteX59" fmla="*/ 131471 w 726291"/>
              <a:gd name="connsiteY59" fmla="*/ 211173 h 296257"/>
              <a:gd name="connsiteX60" fmla="*/ 131471 w 726291"/>
              <a:gd name="connsiteY60" fmla="*/ 122501 h 296257"/>
              <a:gd name="connsiteX61" fmla="*/ 100461 w 726291"/>
              <a:gd name="connsiteY61" fmla="*/ 122501 h 296257"/>
              <a:gd name="connsiteX62" fmla="*/ 100461 w 726291"/>
              <a:gd name="connsiteY62" fmla="*/ 72783 h 296257"/>
              <a:gd name="connsiteX63" fmla="*/ 131471 w 726291"/>
              <a:gd name="connsiteY63" fmla="*/ 72783 h 296257"/>
              <a:gd name="connsiteX64" fmla="*/ 0 w 726291"/>
              <a:gd name="connsiteY64" fmla="*/ 0 h 296257"/>
              <a:gd name="connsiteX65" fmla="*/ 67657 w 726291"/>
              <a:gd name="connsiteY65" fmla="*/ 0 h 296257"/>
              <a:gd name="connsiteX66" fmla="*/ 67657 w 726291"/>
              <a:gd name="connsiteY66" fmla="*/ 290619 h 296257"/>
              <a:gd name="connsiteX67" fmla="*/ 0 w 726291"/>
              <a:gd name="connsiteY67" fmla="*/ 290619 h 29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26291" h="296257">
                <a:moveTo>
                  <a:pt x="410045" y="187339"/>
                </a:moveTo>
                <a:cubicBezTo>
                  <a:pt x="405432" y="187339"/>
                  <a:pt x="401075" y="187339"/>
                  <a:pt x="396718" y="187595"/>
                </a:cubicBezTo>
                <a:cubicBezTo>
                  <a:pt x="389543" y="187851"/>
                  <a:pt x="382879" y="188364"/>
                  <a:pt x="376729" y="189389"/>
                </a:cubicBezTo>
                <a:cubicBezTo>
                  <a:pt x="350589" y="193490"/>
                  <a:pt x="333162" y="203997"/>
                  <a:pt x="333162" y="224499"/>
                </a:cubicBezTo>
                <a:cubicBezTo>
                  <a:pt x="333162" y="242695"/>
                  <a:pt x="345976" y="252434"/>
                  <a:pt x="364684" y="252434"/>
                </a:cubicBezTo>
                <a:cubicBezTo>
                  <a:pt x="385955" y="252434"/>
                  <a:pt x="402100" y="238851"/>
                  <a:pt x="407995" y="224755"/>
                </a:cubicBezTo>
                <a:cubicBezTo>
                  <a:pt x="408251" y="224499"/>
                  <a:pt x="408251" y="223987"/>
                  <a:pt x="408507" y="223730"/>
                </a:cubicBezTo>
                <a:cubicBezTo>
                  <a:pt x="408763" y="223474"/>
                  <a:pt x="409276" y="221937"/>
                  <a:pt x="409276" y="221424"/>
                </a:cubicBezTo>
                <a:cubicBezTo>
                  <a:pt x="410045" y="217836"/>
                  <a:pt x="410301" y="213992"/>
                  <a:pt x="410301" y="210404"/>
                </a:cubicBezTo>
                <a:lnTo>
                  <a:pt x="410045" y="210404"/>
                </a:lnTo>
                <a:close/>
                <a:moveTo>
                  <a:pt x="510506" y="72783"/>
                </a:moveTo>
                <a:lnTo>
                  <a:pt x="576626" y="72783"/>
                </a:lnTo>
                <a:lnTo>
                  <a:pt x="576626" y="188108"/>
                </a:lnTo>
                <a:cubicBezTo>
                  <a:pt x="576626" y="222193"/>
                  <a:pt x="588671" y="242439"/>
                  <a:pt x="616348" y="242439"/>
                </a:cubicBezTo>
                <a:cubicBezTo>
                  <a:pt x="638388" y="242439"/>
                  <a:pt x="651715" y="227575"/>
                  <a:pt x="657097" y="214505"/>
                </a:cubicBezTo>
                <a:cubicBezTo>
                  <a:pt x="658890" y="210405"/>
                  <a:pt x="659403" y="205791"/>
                  <a:pt x="659403" y="200666"/>
                </a:cubicBezTo>
                <a:lnTo>
                  <a:pt x="659403" y="73040"/>
                </a:lnTo>
                <a:lnTo>
                  <a:pt x="726291" y="73040"/>
                </a:lnTo>
                <a:lnTo>
                  <a:pt x="726291" y="290876"/>
                </a:lnTo>
                <a:lnTo>
                  <a:pt x="672729" y="290876"/>
                </a:lnTo>
                <a:lnTo>
                  <a:pt x="664272" y="259866"/>
                </a:lnTo>
                <a:cubicBezTo>
                  <a:pt x="661966" y="263198"/>
                  <a:pt x="658890" y="267042"/>
                  <a:pt x="655046" y="271142"/>
                </a:cubicBezTo>
                <a:cubicBezTo>
                  <a:pt x="651202" y="275243"/>
                  <a:pt x="646333" y="279087"/>
                  <a:pt x="640438" y="282675"/>
                </a:cubicBezTo>
                <a:cubicBezTo>
                  <a:pt x="634801" y="286263"/>
                  <a:pt x="627625" y="289338"/>
                  <a:pt x="619680" y="291901"/>
                </a:cubicBezTo>
                <a:cubicBezTo>
                  <a:pt x="611736" y="294464"/>
                  <a:pt x="602509" y="295745"/>
                  <a:pt x="592002" y="295745"/>
                </a:cubicBezTo>
                <a:cubicBezTo>
                  <a:pt x="580213" y="295745"/>
                  <a:pt x="569193" y="293951"/>
                  <a:pt x="559199" y="290363"/>
                </a:cubicBezTo>
                <a:cubicBezTo>
                  <a:pt x="549204" y="286776"/>
                  <a:pt x="540747" y="280881"/>
                  <a:pt x="533571" y="273193"/>
                </a:cubicBezTo>
                <a:cubicBezTo>
                  <a:pt x="526395" y="265504"/>
                  <a:pt x="520757" y="255766"/>
                  <a:pt x="516657" y="243721"/>
                </a:cubicBezTo>
                <a:cubicBezTo>
                  <a:pt x="512556" y="231676"/>
                  <a:pt x="510506" y="217324"/>
                  <a:pt x="510506" y="200154"/>
                </a:cubicBezTo>
                <a:close/>
                <a:moveTo>
                  <a:pt x="371603" y="66632"/>
                </a:moveTo>
                <a:cubicBezTo>
                  <a:pt x="446436" y="66632"/>
                  <a:pt x="472320" y="109430"/>
                  <a:pt x="472320" y="161968"/>
                </a:cubicBezTo>
                <a:lnTo>
                  <a:pt x="472320" y="290875"/>
                </a:lnTo>
                <a:lnTo>
                  <a:pt x="417221" y="290875"/>
                </a:lnTo>
                <a:lnTo>
                  <a:pt x="409788" y="268323"/>
                </a:lnTo>
                <a:lnTo>
                  <a:pt x="409020" y="268323"/>
                </a:lnTo>
                <a:cubicBezTo>
                  <a:pt x="394156" y="285750"/>
                  <a:pt x="369809" y="296257"/>
                  <a:pt x="340850" y="296257"/>
                </a:cubicBezTo>
                <a:cubicBezTo>
                  <a:pt x="292413" y="296257"/>
                  <a:pt x="266017" y="262685"/>
                  <a:pt x="266017" y="229625"/>
                </a:cubicBezTo>
                <a:cubicBezTo>
                  <a:pt x="266017" y="173244"/>
                  <a:pt x="320348" y="144797"/>
                  <a:pt x="408251" y="145053"/>
                </a:cubicBezTo>
                <a:lnTo>
                  <a:pt x="408251" y="142747"/>
                </a:lnTo>
                <a:cubicBezTo>
                  <a:pt x="408251" y="132495"/>
                  <a:pt x="400050" y="112506"/>
                  <a:pt x="360327" y="112506"/>
                </a:cubicBezTo>
                <a:cubicBezTo>
                  <a:pt x="336493" y="112506"/>
                  <a:pt x="310353" y="120707"/>
                  <a:pt x="294976" y="129933"/>
                </a:cubicBezTo>
                <a:lnTo>
                  <a:pt x="282162" y="87134"/>
                </a:lnTo>
                <a:cubicBezTo>
                  <a:pt x="299077" y="77396"/>
                  <a:pt x="330086" y="66632"/>
                  <a:pt x="371603" y="66632"/>
                </a:cubicBezTo>
                <a:close/>
                <a:moveTo>
                  <a:pt x="634288" y="0"/>
                </a:moveTo>
                <a:lnTo>
                  <a:pt x="698357" y="0"/>
                </a:lnTo>
                <a:lnTo>
                  <a:pt x="640695" y="58687"/>
                </a:lnTo>
                <a:lnTo>
                  <a:pt x="593540" y="58687"/>
                </a:lnTo>
                <a:close/>
                <a:moveTo>
                  <a:pt x="131471" y="0"/>
                </a:moveTo>
                <a:lnTo>
                  <a:pt x="197078" y="0"/>
                </a:lnTo>
                <a:lnTo>
                  <a:pt x="197078" y="72783"/>
                </a:lnTo>
                <a:lnTo>
                  <a:pt x="239108" y="72783"/>
                </a:lnTo>
                <a:lnTo>
                  <a:pt x="239108" y="122501"/>
                </a:lnTo>
                <a:lnTo>
                  <a:pt x="197078" y="122501"/>
                </a:lnTo>
                <a:lnTo>
                  <a:pt x="197078" y="199641"/>
                </a:lnTo>
                <a:cubicBezTo>
                  <a:pt x="197078" y="226294"/>
                  <a:pt x="202460" y="240901"/>
                  <a:pt x="226037" y="240901"/>
                </a:cubicBezTo>
                <a:cubicBezTo>
                  <a:pt x="232701" y="240901"/>
                  <a:pt x="238082" y="239876"/>
                  <a:pt x="239876" y="239107"/>
                </a:cubicBezTo>
                <a:lnTo>
                  <a:pt x="239876" y="289594"/>
                </a:lnTo>
                <a:cubicBezTo>
                  <a:pt x="230906" y="292926"/>
                  <a:pt x="223218" y="296001"/>
                  <a:pt x="203229" y="296001"/>
                </a:cubicBezTo>
                <a:cubicBezTo>
                  <a:pt x="179907" y="296001"/>
                  <a:pt x="160943" y="287544"/>
                  <a:pt x="149923" y="275755"/>
                </a:cubicBezTo>
                <a:cubicBezTo>
                  <a:pt x="137365" y="262429"/>
                  <a:pt x="131471" y="240389"/>
                  <a:pt x="131471" y="211173"/>
                </a:cubicBezTo>
                <a:lnTo>
                  <a:pt x="131471" y="122501"/>
                </a:lnTo>
                <a:lnTo>
                  <a:pt x="100461" y="122501"/>
                </a:lnTo>
                <a:lnTo>
                  <a:pt x="100461" y="72783"/>
                </a:lnTo>
                <a:lnTo>
                  <a:pt x="131471" y="72783"/>
                </a:lnTo>
                <a:close/>
                <a:moveTo>
                  <a:pt x="0" y="0"/>
                </a:moveTo>
                <a:lnTo>
                  <a:pt x="67657" y="0"/>
                </a:lnTo>
                <a:lnTo>
                  <a:pt x="67657" y="290619"/>
                </a:lnTo>
                <a:lnTo>
                  <a:pt x="0" y="29061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000">
                <a:ln>
                  <a:noFill/>
                </a:ln>
                <a:noFill/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408A87E3-2751-49E2-8742-1C4C7F76F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104" y="3055127"/>
            <a:ext cx="5115600" cy="230832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buNone/>
              <a:defRPr lang="pt-BR" sz="6000" kern="1200" spc="-15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</a:lstStyle>
          <a:p>
            <a:pPr lvl="0"/>
            <a:r>
              <a:rPr lang="pt-BR"/>
              <a:t>A gente agradece sua participação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04ED379B-8714-4D74-9184-E9585435D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5104" y="5548415"/>
            <a:ext cx="51156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F82CAEED-833F-4423-9722-90EB2D81FF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104" y="5991272"/>
            <a:ext cx="51156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Text Pro" panose="020B0503020204020203" pitchFamily="34" charset="0"/>
                <a:ea typeface="Itau Text Pro" panose="020B0503020204020203" pitchFamily="34" charset="0"/>
                <a:cs typeface="Itau Text Pro" panose="020B0503020204020203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XX de XXXXXX de XXXX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83434520-5FB0-6524-6E00-06A1CA25222B}"/>
              </a:ext>
            </a:extLst>
          </p:cNvPr>
          <p:cNvSpPr/>
          <p:nvPr userDrawn="1"/>
        </p:nvSpPr>
        <p:spPr>
          <a:xfrm>
            <a:off x="5992462" y="1547984"/>
            <a:ext cx="6199538" cy="5310016"/>
          </a:xfrm>
          <a:custGeom>
            <a:avLst/>
            <a:gdLst>
              <a:gd name="connsiteX0" fmla="*/ 6121261 w 6199538"/>
              <a:gd name="connsiteY0" fmla="*/ 0 h 5310016"/>
              <a:gd name="connsiteX1" fmla="*/ 6199538 w 6199538"/>
              <a:gd name="connsiteY1" fmla="*/ 3737 h 5310016"/>
              <a:gd name="connsiteX2" fmla="*/ 6199538 w 6199538"/>
              <a:gd name="connsiteY2" fmla="*/ 5310016 h 5310016"/>
              <a:gd name="connsiteX3" fmla="*/ 0 w 6199538"/>
              <a:gd name="connsiteY3" fmla="*/ 5310016 h 5310016"/>
              <a:gd name="connsiteX4" fmla="*/ 4736374 w 6199538"/>
              <a:gd name="connsiteY4" fmla="*/ 573640 h 5310016"/>
              <a:gd name="connsiteX5" fmla="*/ 6121261 w 6199538"/>
              <a:gd name="connsiteY5" fmla="*/ 0 h 53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9538" h="5310016">
                <a:moveTo>
                  <a:pt x="6121261" y="0"/>
                </a:moveTo>
                <a:lnTo>
                  <a:pt x="6199538" y="3737"/>
                </a:lnTo>
                <a:lnTo>
                  <a:pt x="6199538" y="5310016"/>
                </a:lnTo>
                <a:lnTo>
                  <a:pt x="0" y="5310016"/>
                </a:lnTo>
                <a:lnTo>
                  <a:pt x="4736374" y="573640"/>
                </a:lnTo>
                <a:cubicBezTo>
                  <a:pt x="5118800" y="191213"/>
                  <a:pt x="5620031" y="0"/>
                  <a:pt x="61212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B3D54E55-4743-3CE2-0B27-9D78B1CF14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939" y="3055127"/>
            <a:ext cx="1622103" cy="1622100"/>
          </a:xfrm>
          <a:custGeom>
            <a:avLst/>
            <a:gdLst>
              <a:gd name="connsiteX0" fmla="*/ 550471 w 1100940"/>
              <a:gd name="connsiteY0" fmla="*/ 0 h 1100939"/>
              <a:gd name="connsiteX1" fmla="*/ 652144 w 1100940"/>
              <a:gd name="connsiteY1" fmla="*/ 42114 h 1100939"/>
              <a:gd name="connsiteX2" fmla="*/ 1058826 w 1100940"/>
              <a:gd name="connsiteY2" fmla="*/ 448796 h 1100939"/>
              <a:gd name="connsiteX3" fmla="*/ 1058826 w 1100940"/>
              <a:gd name="connsiteY3" fmla="*/ 652143 h 1100939"/>
              <a:gd name="connsiteX4" fmla="*/ 652144 w 1100940"/>
              <a:gd name="connsiteY4" fmla="*/ 1058825 h 1100939"/>
              <a:gd name="connsiteX5" fmla="*/ 448797 w 1100940"/>
              <a:gd name="connsiteY5" fmla="*/ 1058825 h 1100939"/>
              <a:gd name="connsiteX6" fmla="*/ 42115 w 1100940"/>
              <a:gd name="connsiteY6" fmla="*/ 652143 h 1100939"/>
              <a:gd name="connsiteX7" fmla="*/ 42115 w 1100940"/>
              <a:gd name="connsiteY7" fmla="*/ 448796 h 1100939"/>
              <a:gd name="connsiteX8" fmla="*/ 448797 w 1100940"/>
              <a:gd name="connsiteY8" fmla="*/ 42114 h 1100939"/>
              <a:gd name="connsiteX9" fmla="*/ 550471 w 1100940"/>
              <a:gd name="connsiteY9" fmla="*/ 0 h 1100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940" h="1100939">
                <a:moveTo>
                  <a:pt x="550471" y="0"/>
                </a:moveTo>
                <a:cubicBezTo>
                  <a:pt x="587269" y="0"/>
                  <a:pt x="624068" y="14038"/>
                  <a:pt x="652144" y="42114"/>
                </a:cubicBezTo>
                <a:lnTo>
                  <a:pt x="1058826" y="448796"/>
                </a:lnTo>
                <a:cubicBezTo>
                  <a:pt x="1114979" y="504949"/>
                  <a:pt x="1114979" y="595990"/>
                  <a:pt x="1058826" y="652143"/>
                </a:cubicBezTo>
                <a:lnTo>
                  <a:pt x="652144" y="1058825"/>
                </a:lnTo>
                <a:cubicBezTo>
                  <a:pt x="595991" y="1114978"/>
                  <a:pt x="504950" y="1114978"/>
                  <a:pt x="448797" y="1058825"/>
                </a:cubicBezTo>
                <a:lnTo>
                  <a:pt x="42115" y="652143"/>
                </a:lnTo>
                <a:cubicBezTo>
                  <a:pt x="-14038" y="595990"/>
                  <a:pt x="-14038" y="504949"/>
                  <a:pt x="42115" y="448796"/>
                </a:cubicBezTo>
                <a:lnTo>
                  <a:pt x="448797" y="42114"/>
                </a:lnTo>
                <a:cubicBezTo>
                  <a:pt x="476874" y="14038"/>
                  <a:pt x="513672" y="0"/>
                  <a:pt x="550471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pt-BR" sz="100" dirty="0">
                <a:ln>
                  <a:noFill/>
                </a:ln>
                <a:noFill/>
                <a:latin typeface="+mn-lt"/>
                <a:cs typeface="+mn-cs"/>
              </a:defRPr>
            </a:lvl1pPr>
          </a:lstStyle>
          <a:p>
            <a:pPr marL="0" lvl="0" algn="ctr"/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1427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SIPCMContentMarking" descr="{&quot;HashCode&quot;:673120239,&quot;Placement&quot;:&quot;Footer&quot;,&quot;Top&quot;:520.68866,&quot;Left&quot;:0.0,&quot;SlideWidth&quot;:960,&quot;SlideHeight&quot;:540}">
            <a:extLst>
              <a:ext uri="{FF2B5EF4-FFF2-40B4-BE49-F238E27FC236}">
                <a16:creationId xmlns:a16="http://schemas.microsoft.com/office/drawing/2014/main" id="{E1C05EE5-2171-A327-F295-2D78CE82482A}"/>
              </a:ext>
            </a:extLst>
          </p:cNvPr>
          <p:cNvSpPr txBox="1"/>
          <p:nvPr userDrawn="1"/>
        </p:nvSpPr>
        <p:spPr>
          <a:xfrm>
            <a:off x="0" y="6612746"/>
            <a:ext cx="1274605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>
                <a:solidFill>
                  <a:srgbClr val="000000"/>
                </a:solidFill>
                <a:latin typeface="Calibri" panose="020F0502020204030204" pitchFamily="34" charset="0"/>
                <a:cs typeface="Itau Display Pro" panose="020B0503020204020204" pitchFamily="34" charset="0"/>
              </a:rPr>
              <a:t>Corporativo | Interno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60AB7ED-83B9-68D3-C39E-0057D5871912}"/>
              </a:ext>
            </a:extLst>
          </p:cNvPr>
          <p:cNvGrpSpPr/>
          <p:nvPr userDrawn="1"/>
        </p:nvGrpSpPr>
        <p:grpSpPr>
          <a:xfrm>
            <a:off x="-1517650" y="0"/>
            <a:ext cx="1358043" cy="6518168"/>
            <a:chOff x="-1517650" y="-41168"/>
            <a:chExt cx="1358043" cy="6518168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C63F5A0C-CA9D-EAA2-9101-6A06B25C6A10}"/>
                </a:ext>
              </a:extLst>
            </p:cNvPr>
            <p:cNvGrpSpPr/>
            <p:nvPr userDrawn="1"/>
          </p:nvGrpSpPr>
          <p:grpSpPr>
            <a:xfrm>
              <a:off x="-1195174" y="3480793"/>
              <a:ext cx="957366" cy="2996207"/>
              <a:chOff x="-1195174" y="3391893"/>
              <a:chExt cx="957366" cy="2996207"/>
            </a:xfrm>
          </p:grpSpPr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026DBF3D-7BC2-B2E2-4679-5F25E75F19A1}"/>
                  </a:ext>
                </a:extLst>
              </p:cNvPr>
              <p:cNvSpPr/>
              <p:nvPr/>
            </p:nvSpPr>
            <p:spPr>
              <a:xfrm>
                <a:off x="-510252" y="4072834"/>
                <a:ext cx="272444" cy="272444"/>
              </a:xfrm>
              <a:prstGeom prst="roundRect">
                <a:avLst/>
              </a:prstGeom>
              <a:solidFill>
                <a:srgbClr val="FF59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0" name="Retângulo: Cantos Arredondados 29">
                <a:extLst>
                  <a:ext uri="{FF2B5EF4-FFF2-40B4-BE49-F238E27FC236}">
                    <a16:creationId xmlns:a16="http://schemas.microsoft.com/office/drawing/2014/main" id="{28F86CFF-28D9-0C1A-9D41-7BD0D37EF588}"/>
                  </a:ext>
                </a:extLst>
              </p:cNvPr>
              <p:cNvSpPr/>
              <p:nvPr/>
            </p:nvSpPr>
            <p:spPr>
              <a:xfrm>
                <a:off x="-510252" y="4753776"/>
                <a:ext cx="272444" cy="272444"/>
              </a:xfrm>
              <a:prstGeom prst="roundRect">
                <a:avLst/>
              </a:prstGeom>
              <a:solidFill>
                <a:schemeClr val="accent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B51986F2-C85B-BAC1-1B91-6B2D4519FCA8}"/>
                  </a:ext>
                </a:extLst>
              </p:cNvPr>
              <p:cNvSpPr/>
              <p:nvPr/>
            </p:nvSpPr>
            <p:spPr>
              <a:xfrm>
                <a:off x="-510252" y="5094246"/>
                <a:ext cx="272444" cy="272444"/>
              </a:xfrm>
              <a:prstGeom prst="roundRect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tângulo: Cantos Arredondados 31">
                <a:extLst>
                  <a:ext uri="{FF2B5EF4-FFF2-40B4-BE49-F238E27FC236}">
                    <a16:creationId xmlns:a16="http://schemas.microsoft.com/office/drawing/2014/main" id="{4F81AF74-8468-84EA-917E-3CA9545DA4D9}"/>
                  </a:ext>
                </a:extLst>
              </p:cNvPr>
              <p:cNvSpPr/>
              <p:nvPr/>
            </p:nvSpPr>
            <p:spPr>
              <a:xfrm>
                <a:off x="-510252" y="6115656"/>
                <a:ext cx="272444" cy="272444"/>
              </a:xfrm>
              <a:prstGeom prst="roundRect">
                <a:avLst/>
              </a:prstGeom>
              <a:solidFill>
                <a:srgbClr val="4040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AF6E205D-4D70-4C13-4133-EF0A2A74B75B}"/>
                  </a:ext>
                </a:extLst>
              </p:cNvPr>
              <p:cNvSpPr/>
              <p:nvPr/>
            </p:nvSpPr>
            <p:spPr>
              <a:xfrm>
                <a:off x="-510252" y="5775187"/>
                <a:ext cx="272444" cy="272444"/>
              </a:xfrm>
              <a:prstGeom prst="roundRect">
                <a:avLst/>
              </a:prstGeom>
              <a:solidFill>
                <a:srgbClr val="7671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tângulo: Cantos Arredondados 33">
                <a:extLst>
                  <a:ext uri="{FF2B5EF4-FFF2-40B4-BE49-F238E27FC236}">
                    <a16:creationId xmlns:a16="http://schemas.microsoft.com/office/drawing/2014/main" id="{5047E0DB-E275-7489-45C5-C1203C7FEA63}"/>
                  </a:ext>
                </a:extLst>
              </p:cNvPr>
              <p:cNvSpPr/>
              <p:nvPr/>
            </p:nvSpPr>
            <p:spPr>
              <a:xfrm>
                <a:off x="-510252" y="5434717"/>
                <a:ext cx="272444" cy="272444"/>
              </a:xfrm>
              <a:prstGeom prst="roundRect">
                <a:avLst/>
              </a:prstGeom>
              <a:solidFill>
                <a:srgbClr val="9B979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40EE1737-8FDF-996B-397A-9C9D39F00FAC}"/>
                  </a:ext>
                </a:extLst>
              </p:cNvPr>
              <p:cNvSpPr/>
              <p:nvPr userDrawn="1"/>
            </p:nvSpPr>
            <p:spPr>
              <a:xfrm>
                <a:off x="-510252" y="3732364"/>
                <a:ext cx="272444" cy="272444"/>
              </a:xfrm>
              <a:prstGeom prst="roundRect">
                <a:avLst/>
              </a:prstGeom>
              <a:solidFill>
                <a:srgbClr val="FF78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tângulo: Cantos Arredondados 35">
                <a:extLst>
                  <a:ext uri="{FF2B5EF4-FFF2-40B4-BE49-F238E27FC236}">
                    <a16:creationId xmlns:a16="http://schemas.microsoft.com/office/drawing/2014/main" id="{7614B6D8-FB79-7718-E26F-328CC19C255B}"/>
                  </a:ext>
                </a:extLst>
              </p:cNvPr>
              <p:cNvSpPr/>
              <p:nvPr userDrawn="1"/>
            </p:nvSpPr>
            <p:spPr>
              <a:xfrm>
                <a:off x="-510252" y="3391893"/>
                <a:ext cx="272444" cy="272444"/>
              </a:xfrm>
              <a:prstGeom prst="roundRect">
                <a:avLst/>
              </a:prstGeom>
              <a:solidFill>
                <a:srgbClr val="FDA1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F88C28C0-A97D-D421-B03F-B12167687CC9}"/>
                  </a:ext>
                </a:extLst>
              </p:cNvPr>
              <p:cNvSpPr/>
              <p:nvPr userDrawn="1"/>
            </p:nvSpPr>
            <p:spPr>
              <a:xfrm>
                <a:off x="-510252" y="4413305"/>
                <a:ext cx="272444" cy="272444"/>
              </a:xfrm>
              <a:prstGeom prst="roundRect">
                <a:avLst/>
              </a:prstGeom>
              <a:solidFill>
                <a:schemeClr val="accent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"/>
                  <a:cs typeface="Arial" panose="020B0604020202020204" pitchFamily="34" charset="0"/>
                </a:endParaRP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A041BB0E-FEC1-299A-7ABA-2828B778711F}"/>
                  </a:ext>
                </a:extLst>
              </p:cNvPr>
              <p:cNvSpPr txBox="1"/>
              <p:nvPr/>
            </p:nvSpPr>
            <p:spPr>
              <a:xfrm>
                <a:off x="-1195174" y="3420393"/>
                <a:ext cx="675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Text Pro XBold"/>
                    <a:cs typeface="Itau Text Pro Bold" panose="020B0703020204020203" pitchFamily="34" charset="0"/>
                  </a:rPr>
                  <a:t>Gráficos</a:t>
                </a:r>
              </a:p>
            </p:txBody>
          </p:sp>
        </p:grp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C8DCC669-DF2C-798A-8339-9CA3CAF36FAC}"/>
                </a:ext>
              </a:extLst>
            </p:cNvPr>
            <p:cNvGrpSpPr/>
            <p:nvPr userDrawn="1"/>
          </p:nvGrpSpPr>
          <p:grpSpPr>
            <a:xfrm>
              <a:off x="-1315808" y="891664"/>
              <a:ext cx="1058737" cy="619895"/>
              <a:chOff x="-1315809" y="891664"/>
              <a:chExt cx="1058737" cy="619895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DDDE2CE3-0AD1-79ED-90D4-820CDF12E50D}"/>
                  </a:ext>
                </a:extLst>
              </p:cNvPr>
              <p:cNvGrpSpPr/>
              <p:nvPr/>
            </p:nvGrpSpPr>
            <p:grpSpPr>
              <a:xfrm>
                <a:off x="-1214438" y="1220287"/>
                <a:ext cx="957366" cy="291272"/>
                <a:chOff x="-1177746" y="367650"/>
                <a:chExt cx="1071066" cy="325864"/>
              </a:xfrm>
            </p:grpSpPr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401191E9-55DE-C888-04D2-0E47A1048042}"/>
                    </a:ext>
                  </a:extLst>
                </p:cNvPr>
                <p:cNvSpPr/>
                <p:nvPr/>
              </p:nvSpPr>
              <p:spPr>
                <a:xfrm>
                  <a:off x="-411480" y="367650"/>
                  <a:ext cx="304800" cy="304800"/>
                </a:xfrm>
                <a:prstGeom prst="roundRect">
                  <a:avLst/>
                </a:prstGeom>
                <a:solidFill>
                  <a:srgbClr val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D5272FD4-C1C6-D908-D08A-B8662A29C3E1}"/>
                    </a:ext>
                  </a:extLst>
                </p:cNvPr>
                <p:cNvSpPr txBox="1"/>
                <p:nvPr/>
              </p:nvSpPr>
              <p:spPr>
                <a:xfrm>
                  <a:off x="-1177746" y="369845"/>
                  <a:ext cx="755269" cy="32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Destaque</a:t>
                  </a:r>
                  <a:b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</a:b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título</a:t>
                  </a:r>
                </a:p>
              </p:txBody>
            </p:sp>
          </p:grp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8C0E222D-3997-660F-F04D-E177A3BC0F0A}"/>
                  </a:ext>
                </a:extLst>
              </p:cNvPr>
              <p:cNvGrpSpPr/>
              <p:nvPr userDrawn="1"/>
            </p:nvGrpSpPr>
            <p:grpSpPr>
              <a:xfrm>
                <a:off x="-1315809" y="891664"/>
                <a:ext cx="1058737" cy="291272"/>
                <a:chOff x="-1315809" y="891664"/>
                <a:chExt cx="1058737" cy="291272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335893FB-4421-D517-C3AC-3A510B0D5E08}"/>
                    </a:ext>
                  </a:extLst>
                </p:cNvPr>
                <p:cNvSpPr/>
                <p:nvPr/>
              </p:nvSpPr>
              <p:spPr>
                <a:xfrm>
                  <a:off x="-529515" y="891664"/>
                  <a:ext cx="272443" cy="272444"/>
                </a:xfrm>
                <a:prstGeom prst="roundRect">
                  <a:avLst/>
                </a:prstGeom>
                <a:solidFill>
                  <a:srgbClr val="76717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89621294-45BE-2D98-CE6A-03B27D8CE616}"/>
                    </a:ext>
                  </a:extLst>
                </p:cNvPr>
                <p:cNvSpPr txBox="1"/>
                <p:nvPr/>
              </p:nvSpPr>
              <p:spPr>
                <a:xfrm>
                  <a:off x="-1315809" y="893626"/>
                  <a:ext cx="776465" cy="289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Título Principal</a:t>
                  </a:r>
                </a:p>
              </p:txBody>
            </p:sp>
          </p:grp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132F49F-4E53-4EE0-D14C-F9D4EDA52794}"/>
                </a:ext>
              </a:extLst>
            </p:cNvPr>
            <p:cNvSpPr txBox="1"/>
            <p:nvPr userDrawn="1"/>
          </p:nvSpPr>
          <p:spPr>
            <a:xfrm>
              <a:off x="-1517650" y="-41168"/>
              <a:ext cx="1358043" cy="799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Text Pro" panose="020B0503020204020203" pitchFamily="34" charset="0"/>
                  <a:cs typeface="Itau Text Pro" panose="020B0503020204020203" pitchFamily="34" charset="0"/>
                </a:rPr>
                <a:t>Paleta de cor também disponível em </a:t>
              </a: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Itau Text Pro XBold"/>
                  <a:ea typeface="+mn-ea"/>
                  <a:cs typeface="Itau Text Pro Bold" panose="020B0703020204020203" pitchFamily="34" charset="0"/>
                </a:rPr>
                <a:t>Cores do Tema,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Display Pro XBold" panose="020B0803020204020204" pitchFamily="34" charset="0"/>
                  <a:ea typeface="+mn-ea"/>
                  <a:cs typeface="Itau Display Pro XBold" panose="020B0803020204020204" pitchFamily="34" charset="0"/>
                </a:rPr>
                <a:t> </a:t>
              </a: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47484A"/>
                  </a:solidFill>
                  <a:effectLst/>
                  <a:uLnTx/>
                  <a:uFillTx/>
                  <a:latin typeface="Itau Text Pro" panose="020B0503020204020203" pitchFamily="34" charset="0"/>
                  <a:ea typeface="+mn-ea"/>
                  <a:cs typeface="Itau Text Pro" panose="020B0503020204020203" pitchFamily="34" charset="0"/>
                </a:rPr>
                <a:t>sempre que precisar basta selecionar o texto ou objeto e escolher um novo tom </a:t>
              </a:r>
            </a:p>
          </p:txBody>
        </p: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5C9F16E8-5226-542A-2920-6CDA2A160AF5}"/>
                </a:ext>
              </a:extLst>
            </p:cNvPr>
            <p:cNvGrpSpPr/>
            <p:nvPr/>
          </p:nvGrpSpPr>
          <p:grpSpPr>
            <a:xfrm>
              <a:off x="-1517650" y="1841409"/>
              <a:ext cx="1254287" cy="1328363"/>
              <a:chOff x="-1517650" y="1675683"/>
              <a:chExt cx="1254287" cy="1328363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1F2DCEEE-54EF-6CC0-15D7-11001E120E6C}"/>
                  </a:ext>
                </a:extLst>
              </p:cNvPr>
              <p:cNvGrpSpPr/>
              <p:nvPr/>
            </p:nvGrpSpPr>
            <p:grpSpPr>
              <a:xfrm>
                <a:off x="-1220728" y="1675683"/>
                <a:ext cx="957365" cy="291272"/>
                <a:chOff x="-1177745" y="595033"/>
                <a:chExt cx="1071065" cy="325864"/>
              </a:xfrm>
            </p:grpSpPr>
            <p:sp>
              <p:nvSpPr>
                <p:cNvPr id="21" name="Retângulo: Cantos Arredondados 20">
                  <a:extLst>
                    <a:ext uri="{FF2B5EF4-FFF2-40B4-BE49-F238E27FC236}">
                      <a16:creationId xmlns:a16="http://schemas.microsoft.com/office/drawing/2014/main" id="{37C62E4B-B002-0939-FB4C-5DE52CEC4364}"/>
                    </a:ext>
                  </a:extLst>
                </p:cNvPr>
                <p:cNvSpPr/>
                <p:nvPr/>
              </p:nvSpPr>
              <p:spPr>
                <a:xfrm>
                  <a:off x="-411480" y="595033"/>
                  <a:ext cx="304800" cy="304800"/>
                </a:xfrm>
                <a:prstGeom prst="roundRect">
                  <a:avLst/>
                </a:prstGeom>
                <a:solidFill>
                  <a:srgbClr val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5A9D51A-DE70-25ED-1C50-CF18A8147A4A}"/>
                    </a:ext>
                  </a:extLst>
                </p:cNvPr>
                <p:cNvSpPr txBox="1"/>
                <p:nvPr/>
              </p:nvSpPr>
              <p:spPr>
                <a:xfrm>
                  <a:off x="-1177745" y="597228"/>
                  <a:ext cx="755269" cy="32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Títulos</a:t>
                  </a:r>
                  <a:b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</a:b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menores</a:t>
                  </a:r>
                </a:p>
              </p:txBody>
            </p:sp>
          </p:grpSp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8AF96F52-B11B-43A1-9D04-31BD81350684}"/>
                  </a:ext>
                </a:extLst>
              </p:cNvPr>
              <p:cNvGrpSpPr/>
              <p:nvPr/>
            </p:nvGrpSpPr>
            <p:grpSpPr>
              <a:xfrm>
                <a:off x="-1322100" y="2015758"/>
                <a:ext cx="1058737" cy="272444"/>
                <a:chOff x="-1291156" y="970498"/>
                <a:chExt cx="1184476" cy="304800"/>
              </a:xfrm>
            </p:grpSpPr>
            <p:sp>
              <p:nvSpPr>
                <p:cNvPr id="19" name="Retângulo: Cantos Arredondados 18">
                  <a:extLst>
                    <a:ext uri="{FF2B5EF4-FFF2-40B4-BE49-F238E27FC236}">
                      <a16:creationId xmlns:a16="http://schemas.microsoft.com/office/drawing/2014/main" id="{EAA3FAE4-E03D-941C-86FC-732921D470ED}"/>
                    </a:ext>
                  </a:extLst>
                </p:cNvPr>
                <p:cNvSpPr/>
                <p:nvPr/>
              </p:nvSpPr>
              <p:spPr>
                <a:xfrm>
                  <a:off x="-411479" y="970498"/>
                  <a:ext cx="304799" cy="304800"/>
                </a:xfrm>
                <a:prstGeom prst="roundRect">
                  <a:avLst/>
                </a:prstGeom>
                <a:solidFill>
                  <a:srgbClr val="47484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6AEADE25-EBA7-6A61-377F-29D1F4BB1FC1}"/>
                    </a:ext>
                  </a:extLst>
                </p:cNvPr>
                <p:cNvSpPr txBox="1"/>
                <p:nvPr userDrawn="1"/>
              </p:nvSpPr>
              <p:spPr>
                <a:xfrm>
                  <a:off x="-1291156" y="1011043"/>
                  <a:ext cx="868680" cy="2410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Textos</a:t>
                  </a:r>
                </a:p>
              </p:txBody>
            </p:sp>
          </p:grpSp>
          <p:grpSp>
            <p:nvGrpSpPr>
              <p:cNvPr id="13" name="Agrupar 12">
                <a:extLst>
                  <a:ext uri="{FF2B5EF4-FFF2-40B4-BE49-F238E27FC236}">
                    <a16:creationId xmlns:a16="http://schemas.microsoft.com/office/drawing/2014/main" id="{F83661D6-9318-03E7-88C6-3153C142C193}"/>
                  </a:ext>
                </a:extLst>
              </p:cNvPr>
              <p:cNvGrpSpPr/>
              <p:nvPr userDrawn="1"/>
            </p:nvGrpSpPr>
            <p:grpSpPr>
              <a:xfrm>
                <a:off x="-1517650" y="2712774"/>
                <a:ext cx="1254287" cy="291272"/>
                <a:chOff x="-1517650" y="2712774"/>
                <a:chExt cx="1254287" cy="291272"/>
              </a:xfrm>
            </p:grpSpPr>
            <p:sp>
              <p:nvSpPr>
                <p:cNvPr id="17" name="Retângulo: Cantos Arredondados 16">
                  <a:extLst>
                    <a:ext uri="{FF2B5EF4-FFF2-40B4-BE49-F238E27FC236}">
                      <a16:creationId xmlns:a16="http://schemas.microsoft.com/office/drawing/2014/main" id="{4E974F9A-CC50-6BBC-54FC-4F88A3C2A8A4}"/>
                    </a:ext>
                  </a:extLst>
                </p:cNvPr>
                <p:cNvSpPr/>
                <p:nvPr/>
              </p:nvSpPr>
              <p:spPr>
                <a:xfrm>
                  <a:off x="-535807" y="2712774"/>
                  <a:ext cx="272444" cy="272444"/>
                </a:xfrm>
                <a:prstGeom prst="roundRect">
                  <a:avLst/>
                </a:prstGeom>
                <a:solidFill>
                  <a:schemeClr val="accent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AD8BF17B-7DF4-A6B6-CA33-AD6BA02B28F1}"/>
                    </a:ext>
                  </a:extLst>
                </p:cNvPr>
                <p:cNvSpPr txBox="1"/>
                <p:nvPr userDrawn="1"/>
              </p:nvSpPr>
              <p:spPr>
                <a:xfrm>
                  <a:off x="-1517650" y="2714736"/>
                  <a:ext cx="972015" cy="289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Usar em menor</a:t>
                  </a:r>
                  <a:b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</a:b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quantidade</a:t>
                  </a:r>
                </a:p>
              </p:txBody>
            </p:sp>
          </p:grpSp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521D1517-2908-838D-752A-998DBF43D573}"/>
                  </a:ext>
                </a:extLst>
              </p:cNvPr>
              <p:cNvGrpSpPr/>
              <p:nvPr userDrawn="1"/>
            </p:nvGrpSpPr>
            <p:grpSpPr>
              <a:xfrm>
                <a:off x="-1322101" y="2355833"/>
                <a:ext cx="1058738" cy="289310"/>
                <a:chOff x="-1322101" y="2368059"/>
                <a:chExt cx="1058738" cy="289310"/>
              </a:xfrm>
            </p:grpSpPr>
            <p:sp>
              <p:nvSpPr>
                <p:cNvPr id="15" name="Retângulo: Cantos Arredondados 14">
                  <a:extLst>
                    <a:ext uri="{FF2B5EF4-FFF2-40B4-BE49-F238E27FC236}">
                      <a16:creationId xmlns:a16="http://schemas.microsoft.com/office/drawing/2014/main" id="{ADFD9BB2-A52B-6819-5D8E-8B0BBADC92E8}"/>
                    </a:ext>
                  </a:extLst>
                </p:cNvPr>
                <p:cNvSpPr/>
                <p:nvPr userDrawn="1"/>
              </p:nvSpPr>
              <p:spPr>
                <a:xfrm>
                  <a:off x="-535807" y="2376492"/>
                  <a:ext cx="272444" cy="272444"/>
                </a:xfrm>
                <a:prstGeom prst="roundRect">
                  <a:avLst/>
                </a:prstGeom>
                <a:solidFill>
                  <a:schemeClr val="accent5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ctr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47484A"/>
                    </a:solidFill>
                    <a:effectLst/>
                    <a:uLnTx/>
                    <a:uFillTx/>
                    <a:latin typeface="Itau Display XBold" panose="020B0803020204020204" pitchFamily="34" charset="0"/>
                    <a:cs typeface="Itau Display XBold" panose="020B0803020204020204" pitchFamily="34" charset="0"/>
                  </a:endParaRPr>
                </a:p>
              </p:txBody>
            </p:sp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B3AF9AC2-2BDA-ECEE-A3A3-12A8CACC57E1}"/>
                    </a:ext>
                  </a:extLst>
                </p:cNvPr>
                <p:cNvSpPr txBox="1"/>
                <p:nvPr userDrawn="1"/>
              </p:nvSpPr>
              <p:spPr>
                <a:xfrm>
                  <a:off x="-1322101" y="2368059"/>
                  <a:ext cx="776465" cy="289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Destaque</a:t>
                  </a:r>
                  <a:b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</a:br>
                  <a:r>
                    <a:rPr kumimoji="0" lang="pt-BR" sz="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7484A"/>
                      </a:solidFill>
                      <a:effectLst/>
                      <a:uLnTx/>
                      <a:uFillTx/>
                      <a:latin typeface="Itau Text Pro XBold"/>
                      <a:cs typeface="Itau Text Pro Bold" panose="020B0703020204020203" pitchFamily="34" charset="0"/>
                    </a:rPr>
                    <a:t>cor principal</a:t>
                  </a:r>
                </a:p>
              </p:txBody>
            </p:sp>
          </p:grpSp>
        </p:grpSp>
      </p:grpSp>
      <p:sp>
        <p:nvSpPr>
          <p:cNvPr id="39" name="Retângulo 38">
            <a:extLst>
              <a:ext uri="{FF2B5EF4-FFF2-40B4-BE49-F238E27FC236}">
                <a16:creationId xmlns:a16="http://schemas.microsoft.com/office/drawing/2014/main" id="{6E3BDBB3-C747-36FF-3926-795D0659113C}"/>
              </a:ext>
            </a:extLst>
          </p:cNvPr>
          <p:cNvSpPr/>
          <p:nvPr userDrawn="1"/>
        </p:nvSpPr>
        <p:spPr>
          <a:xfrm>
            <a:off x="0" y="6409853"/>
            <a:ext cx="1430448" cy="448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25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  <p:sldLayoutId id="2147483951" r:id="rId18"/>
    <p:sldLayoutId id="2147483952" r:id="rId19"/>
    <p:sldLayoutId id="2147483953" r:id="rId20"/>
    <p:sldLayoutId id="2147483954" r:id="rId21"/>
    <p:sldLayoutId id="2147483955" r:id="rId22"/>
    <p:sldLayoutId id="2147483956" r:id="rId23"/>
    <p:sldLayoutId id="2147483957" r:id="rId24"/>
    <p:sldLayoutId id="2147483958" r:id="rId25"/>
    <p:sldLayoutId id="2147483959" r:id="rId26"/>
    <p:sldLayoutId id="2147483960" r:id="rId27"/>
    <p:sldLayoutId id="2147483961" r:id="rId28"/>
    <p:sldLayoutId id="2147483962" r:id="rId29"/>
    <p:sldLayoutId id="2147483963" r:id="rId30"/>
    <p:sldLayoutId id="2147483964" r:id="rId31"/>
    <p:sldLayoutId id="2147483965" r:id="rId32"/>
    <p:sldLayoutId id="2147483966" r:id="rId33"/>
    <p:sldLayoutId id="2147483967" r:id="rId34"/>
    <p:sldLayoutId id="2147483968" r:id="rId35"/>
    <p:sldLayoutId id="2147483969" r:id="rId36"/>
    <p:sldLayoutId id="2147483970" r:id="rId37"/>
    <p:sldLayoutId id="2147483971" r:id="rId38"/>
    <p:sldLayoutId id="2147483972" r:id="rId39"/>
    <p:sldLayoutId id="2147483973" r:id="rId40"/>
    <p:sldLayoutId id="2147483974" r:id="rId41"/>
    <p:sldLayoutId id="2147483975" r:id="rId42"/>
    <p:sldLayoutId id="2147483976" r:id="rId43"/>
    <p:sldLayoutId id="2147483977" r:id="rId44"/>
    <p:sldLayoutId id="2147483978" r:id="rId45"/>
    <p:sldLayoutId id="2147483979" r:id="rId46"/>
    <p:sldLayoutId id="2147483980" r:id="rId4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7484A"/>
          </a:solidFill>
          <a:latin typeface="Itau Display Pro" panose="020B0503020204020204" pitchFamily="34" charset="0"/>
          <a:ea typeface="+mj-ea"/>
          <a:cs typeface="Itau Display Pro" panose="020B05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DD58-9036-54F2-0D38-4832BE72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Mão e cinco estrelas">
            <a:extLst>
              <a:ext uri="{FF2B5EF4-FFF2-40B4-BE49-F238E27FC236}">
                <a16:creationId xmlns:a16="http://schemas.microsoft.com/office/drawing/2014/main" id="{F46DA700-05E8-A3A4-9CC5-4560E9ED6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14" y="-1052942"/>
            <a:ext cx="12437694" cy="8291024"/>
          </a:xfrm>
          <a:prstGeom prst="rect">
            <a:avLst/>
          </a:prstGeom>
        </p:spPr>
      </p:pic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879E0C84-74A2-92D2-8028-C8B7369F9BB8}"/>
              </a:ext>
            </a:extLst>
          </p:cNvPr>
          <p:cNvSpPr txBox="1">
            <a:spLocks/>
          </p:cNvSpPr>
          <p:nvPr/>
        </p:nvSpPr>
        <p:spPr>
          <a:xfrm>
            <a:off x="0" y="317758"/>
            <a:ext cx="12191998" cy="1496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4000" b="1" noProof="0">
                <a:solidFill>
                  <a:schemeClr val="accent4"/>
                </a:solidFill>
                <a:latin typeface="Aptos Black" panose="020B0004020202020204" pitchFamily="34" charset="0"/>
              </a:rPr>
              <a:t>Tech </a:t>
            </a:r>
            <a:r>
              <a:rPr lang="pt-BR" sz="4000" b="1" noProof="0" err="1">
                <a:solidFill>
                  <a:schemeClr val="accent4"/>
                </a:solidFill>
                <a:latin typeface="Aptos Black" panose="020B0004020202020204" pitchFamily="34" charset="0"/>
              </a:rPr>
              <a:t>Challenge</a:t>
            </a:r>
            <a:r>
              <a:rPr lang="pt-BR" sz="4000" b="1" noProof="0">
                <a:solidFill>
                  <a:schemeClr val="accent4"/>
                </a:solidFill>
                <a:latin typeface="Aptos Black" panose="020B0004020202020204" pitchFamily="34" charset="0"/>
              </a:rPr>
              <a:t> Fase 1</a:t>
            </a:r>
          </a:p>
          <a:p>
            <a:pPr marL="0" indent="0" algn="ctr">
              <a:buNone/>
            </a:pPr>
            <a:r>
              <a:rPr lang="pt-BR" sz="4000" b="1" noProof="0">
                <a:solidFill>
                  <a:schemeClr val="accent4"/>
                </a:solidFill>
                <a:latin typeface="Aptos Black" panose="020B0004020202020204" pitchFamily="34" charset="0"/>
              </a:rPr>
              <a:t>Case NPS Preditivo</a:t>
            </a:r>
            <a:endParaRPr lang="pt-BR" sz="4000" noProof="0">
              <a:solidFill>
                <a:schemeClr val="accent4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9F2864-918A-A27E-E5C0-BF7FE04F0513}"/>
              </a:ext>
            </a:extLst>
          </p:cNvPr>
          <p:cNvSpPr txBox="1"/>
          <p:nvPr/>
        </p:nvSpPr>
        <p:spPr>
          <a:xfrm>
            <a:off x="2726413" y="4970582"/>
            <a:ext cx="4003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2800" b="0" i="0" noProof="0" dirty="0">
                <a:solidFill>
                  <a:schemeClr val="accent4"/>
                </a:solidFill>
                <a:effectLst/>
                <a:latin typeface="Aptos Black" panose="020B0004020202020204" pitchFamily="34" charset="0"/>
              </a:rPr>
              <a:t>Grupo 79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Alessandra M. </a:t>
            </a:r>
            <a:r>
              <a:rPr lang="pt-BR" sz="2400" i="0" noProof="0" dirty="0" err="1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Capecce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Alessandro P. dos Santos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Edson L. </a:t>
            </a:r>
            <a:r>
              <a:rPr lang="pt-BR" sz="2400" i="0" noProof="0" dirty="0" err="1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Doro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08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37529BBD-3F9B-3E86-C13E-E89B4D0C92D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43470" cy="4664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b="1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b="1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  <a:endParaRPr lang="pt-BR" noProof="0">
              <a:solidFill>
                <a:schemeClr val="accent4"/>
              </a:solidFill>
              <a:latin typeface="Aptos ExtraBold" panose="020B00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A49C8D2-6B03-2A56-6EE0-C86DC4983925}"/>
              </a:ext>
            </a:extLst>
          </p:cNvPr>
          <p:cNvSpPr txBox="1"/>
          <p:nvPr/>
        </p:nvSpPr>
        <p:spPr>
          <a:xfrm>
            <a:off x="750303" y="1374954"/>
            <a:ext cx="894913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noProof="0" dirty="0">
                <a:solidFill>
                  <a:schemeClr val="accent4"/>
                </a:solidFill>
                <a:latin typeface="Aptos" panose="020B0004020202020204" pitchFamily="34" charset="0"/>
              </a:rPr>
              <a:t> Contexto do problema de negócio</a:t>
            </a:r>
          </a:p>
          <a:p>
            <a:r>
              <a:rPr lang="pt-BR" sz="2800" dirty="0">
                <a:solidFill>
                  <a:schemeClr val="accent4"/>
                </a:solidFill>
                <a:latin typeface="Aptos" panose="020B0004020202020204" pitchFamily="34" charset="0"/>
              </a:rPr>
              <a:t> Pergunta que a análise busca responder </a:t>
            </a:r>
          </a:p>
          <a:p>
            <a:r>
              <a:rPr lang="pt-BR" sz="2800" noProof="0" dirty="0">
                <a:solidFill>
                  <a:schemeClr val="accent4"/>
                </a:solidFill>
                <a:latin typeface="Aptos" panose="020B0004020202020204" pitchFamily="34" charset="0"/>
              </a:rPr>
              <a:t> Principais insights da análise exploratória (EDA)</a:t>
            </a:r>
          </a:p>
          <a:p>
            <a:r>
              <a:rPr lang="pt-BR" sz="2800" noProof="0" dirty="0">
                <a:solidFill>
                  <a:schemeClr val="accent4"/>
                </a:solidFill>
                <a:latin typeface="Aptos" panose="020B0004020202020204" pitchFamily="34" charset="0"/>
              </a:rPr>
              <a:t> Fatores que mais impactam a satisfação do cliente </a:t>
            </a:r>
          </a:p>
          <a:p>
            <a:r>
              <a:rPr lang="pt-BR" sz="2800" noProof="0" dirty="0">
                <a:solidFill>
                  <a:schemeClr val="accent4"/>
                </a:solidFill>
                <a:latin typeface="Aptos" panose="020B0004020202020204" pitchFamily="34" charset="0"/>
              </a:rPr>
              <a:t> Recomendações práticas para o negócio </a:t>
            </a:r>
          </a:p>
          <a:p>
            <a:r>
              <a:rPr lang="pt-BR" sz="2800" noProof="0" dirty="0">
                <a:solidFill>
                  <a:schemeClr val="accent4"/>
                </a:solidFill>
                <a:latin typeface="Aptos" panose="020B0004020202020204" pitchFamily="34" charset="0"/>
              </a:rPr>
              <a:t> Limitações e riscos da estratégia  </a:t>
            </a:r>
          </a:p>
        </p:txBody>
      </p:sp>
    </p:spTree>
    <p:extLst>
      <p:ext uri="{BB962C8B-B14F-4D97-AF65-F5344CB8AC3E}">
        <p14:creationId xmlns:p14="http://schemas.microsoft.com/office/powerpoint/2010/main" val="75738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863C-A762-47D0-A7C8-83A0AF95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6AF40361-4D5F-DEC3-7CDD-6D82CD40ECF5}"/>
              </a:ext>
            </a:extLst>
          </p:cNvPr>
          <p:cNvSpPr txBox="1">
            <a:spLocks/>
          </p:cNvSpPr>
          <p:nvPr/>
        </p:nvSpPr>
        <p:spPr>
          <a:xfrm>
            <a:off x="336000" y="168199"/>
            <a:ext cx="11520000" cy="240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0" kern="1200">
                <a:solidFill>
                  <a:schemeClr val="tx1"/>
                </a:solidFill>
                <a:latin typeface="Itau Text Pro" panose="020B0503020204020203"/>
                <a:ea typeface="+mj-ea"/>
                <a:cs typeface="Itau Text" panose="020B050302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tau Text Pro" panose="020B0503020204020203"/>
              <a:ea typeface="+mj-ea"/>
              <a:cs typeface="Itau Text" panose="020B0503020204020203" pitchFamily="34" charset="0"/>
            </a:endParaRPr>
          </a:p>
        </p:txBody>
      </p:sp>
      <p:sp>
        <p:nvSpPr>
          <p:cNvPr id="2" name="Google Shape;306;p27">
            <a:extLst>
              <a:ext uri="{FF2B5EF4-FFF2-40B4-BE49-F238E27FC236}">
                <a16:creationId xmlns:a16="http://schemas.microsoft.com/office/drawing/2014/main" id="{ED1EB4DD-0860-0680-7A33-509F62613006}"/>
              </a:ext>
            </a:extLst>
          </p:cNvPr>
          <p:cNvSpPr/>
          <p:nvPr/>
        </p:nvSpPr>
        <p:spPr>
          <a:xfrm>
            <a:off x="203075" y="4975665"/>
            <a:ext cx="1470900" cy="14709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noProof="0"/>
          </a:p>
        </p:txBody>
      </p:sp>
      <p:grpSp>
        <p:nvGrpSpPr>
          <p:cNvPr id="3" name="Google Shape;303;p27">
            <a:extLst>
              <a:ext uri="{FF2B5EF4-FFF2-40B4-BE49-F238E27FC236}">
                <a16:creationId xmlns:a16="http://schemas.microsoft.com/office/drawing/2014/main" id="{A68EAE77-AB6B-697F-37DC-C970C68E2DA2}"/>
              </a:ext>
            </a:extLst>
          </p:cNvPr>
          <p:cNvGrpSpPr/>
          <p:nvPr/>
        </p:nvGrpSpPr>
        <p:grpSpPr>
          <a:xfrm rot="-899982">
            <a:off x="52002" y="4825072"/>
            <a:ext cx="1773045" cy="1773045"/>
            <a:chOff x="599418" y="954577"/>
            <a:chExt cx="1726444" cy="1726444"/>
          </a:xfrm>
        </p:grpSpPr>
        <p:sp>
          <p:nvSpPr>
            <p:cNvPr id="53" name="Google Shape;304;p27">
              <a:extLst>
                <a:ext uri="{FF2B5EF4-FFF2-40B4-BE49-F238E27FC236}">
                  <a16:creationId xmlns:a16="http://schemas.microsoft.com/office/drawing/2014/main" id="{5F67B840-D9B3-CF73-1977-A67CAEB057AE}"/>
                </a:ext>
              </a:extLst>
            </p:cNvPr>
            <p:cNvSpPr/>
            <p:nvPr/>
          </p:nvSpPr>
          <p:spPr>
            <a:xfrm rot="-1970538">
              <a:off x="599418" y="954577"/>
              <a:ext cx="1726444" cy="172644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/>
            </a:p>
          </p:txBody>
        </p:sp>
        <p:sp>
          <p:nvSpPr>
            <p:cNvPr id="54" name="Google Shape;305;p27">
              <a:extLst>
                <a:ext uri="{FF2B5EF4-FFF2-40B4-BE49-F238E27FC236}">
                  <a16:creationId xmlns:a16="http://schemas.microsoft.com/office/drawing/2014/main" id="{268EF4E3-C3B6-34A5-8481-B29B3407B7FA}"/>
                </a:ext>
              </a:extLst>
            </p:cNvPr>
            <p:cNvSpPr/>
            <p:nvPr/>
          </p:nvSpPr>
          <p:spPr>
            <a:xfrm rot="-1969931">
              <a:off x="929754" y="1027196"/>
              <a:ext cx="127817" cy="1278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/>
            </a:p>
          </p:txBody>
        </p:sp>
      </p:grpSp>
      <p:sp>
        <p:nvSpPr>
          <p:cNvPr id="55" name="Google Shape;308;p27">
            <a:extLst>
              <a:ext uri="{FF2B5EF4-FFF2-40B4-BE49-F238E27FC236}">
                <a16:creationId xmlns:a16="http://schemas.microsoft.com/office/drawing/2014/main" id="{6ADCEE26-5700-0997-1BE3-588756BBAFC3}"/>
              </a:ext>
            </a:extLst>
          </p:cNvPr>
          <p:cNvSpPr/>
          <p:nvPr/>
        </p:nvSpPr>
        <p:spPr>
          <a:xfrm>
            <a:off x="9862937" y="1304288"/>
            <a:ext cx="990300" cy="990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noProof="0"/>
          </a:p>
        </p:txBody>
      </p:sp>
      <p:sp>
        <p:nvSpPr>
          <p:cNvPr id="49" name="Espaço Reservado para Texto 18">
            <a:extLst>
              <a:ext uri="{FF2B5EF4-FFF2-40B4-BE49-F238E27FC236}">
                <a16:creationId xmlns:a16="http://schemas.microsoft.com/office/drawing/2014/main" id="{1EA09696-4EFB-9A65-931F-C0EBBF0AC91E}"/>
              </a:ext>
            </a:extLst>
          </p:cNvPr>
          <p:cNvSpPr txBox="1">
            <a:spLocks/>
          </p:cNvSpPr>
          <p:nvPr/>
        </p:nvSpPr>
        <p:spPr>
          <a:xfrm>
            <a:off x="9525" y="12862"/>
            <a:ext cx="12181281" cy="8783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Contexto do problema de negócio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3"/>
                </a:solidFill>
                <a:latin typeface="Aptos ExtraBold" panose="020B0004020202020204" pitchFamily="34" charset="0"/>
              </a:rPr>
              <a:t>Business Model Canvas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F9CDB22-D5BE-FCD5-0262-C9DAC5246F5E}"/>
              </a:ext>
            </a:extLst>
          </p:cNvPr>
          <p:cNvSpPr txBox="1"/>
          <p:nvPr/>
        </p:nvSpPr>
        <p:spPr>
          <a:xfrm>
            <a:off x="2691818" y="1097580"/>
            <a:ext cx="7103165" cy="75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2400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Empresa do segmento de ecommerce com 10 anos de mercado e com atuação nas 5 regiões do Brasil.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1BDA010-A7E9-AC36-F464-9818DB75FDD1}"/>
              </a:ext>
            </a:extLst>
          </p:cNvPr>
          <p:cNvSpPr/>
          <p:nvPr/>
        </p:nvSpPr>
        <p:spPr>
          <a:xfrm>
            <a:off x="7273824" y="2562673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2D848D1-E45C-6746-47EF-D443BCB61A6B}"/>
              </a:ext>
            </a:extLst>
          </p:cNvPr>
          <p:cNvSpPr/>
          <p:nvPr/>
        </p:nvSpPr>
        <p:spPr>
          <a:xfrm>
            <a:off x="8693632" y="2521511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C5646646-1903-F224-F109-932FE5F5780B}"/>
              </a:ext>
            </a:extLst>
          </p:cNvPr>
          <p:cNvSpPr/>
          <p:nvPr/>
        </p:nvSpPr>
        <p:spPr>
          <a:xfrm>
            <a:off x="7286410" y="3611200"/>
            <a:ext cx="63087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CA14B8D2-AB31-5217-3838-BEAC36437881}"/>
              </a:ext>
            </a:extLst>
          </p:cNvPr>
          <p:cNvSpPr/>
          <p:nvPr/>
        </p:nvSpPr>
        <p:spPr>
          <a:xfrm>
            <a:off x="7198443" y="2448609"/>
            <a:ext cx="2841252" cy="2550641"/>
          </a:xfrm>
          <a:prstGeom prst="rect">
            <a:avLst/>
          </a:prstGeom>
          <a:noFill/>
          <a:ln w="28575" cap="flat" cmpd="sng" algn="ctr">
            <a:solidFill>
              <a:srgbClr val="0E339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53EAFB0C-E3BE-6C03-BA50-4924CD5C2A09}"/>
              </a:ext>
            </a:extLst>
          </p:cNvPr>
          <p:cNvSpPr/>
          <p:nvPr/>
        </p:nvSpPr>
        <p:spPr>
          <a:xfrm>
            <a:off x="2796031" y="2521825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882F257D-8F4C-C190-E5F7-89783CEE50EE}"/>
              </a:ext>
            </a:extLst>
          </p:cNvPr>
          <p:cNvSpPr/>
          <p:nvPr/>
        </p:nvSpPr>
        <p:spPr>
          <a:xfrm>
            <a:off x="4092760" y="2521511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2F60F639-554D-12D9-B33F-7A0B84B3FBD1}"/>
              </a:ext>
            </a:extLst>
          </p:cNvPr>
          <p:cNvSpPr/>
          <p:nvPr/>
        </p:nvSpPr>
        <p:spPr>
          <a:xfrm>
            <a:off x="4110906" y="3621734"/>
            <a:ext cx="1195108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3FB9CD32-9C77-FEE7-0BC4-7E9732A0C5D8}"/>
              </a:ext>
            </a:extLst>
          </p:cNvPr>
          <p:cNvSpPr/>
          <p:nvPr/>
        </p:nvSpPr>
        <p:spPr>
          <a:xfrm>
            <a:off x="2732033" y="2448608"/>
            <a:ext cx="2841252" cy="2552400"/>
          </a:xfrm>
          <a:prstGeom prst="rect">
            <a:avLst/>
          </a:prstGeom>
          <a:noFill/>
          <a:ln w="38100" cap="flat" cmpd="sng" algn="ctr">
            <a:solidFill>
              <a:srgbClr val="FF7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5711942D-D858-A61D-55E3-96244E4EA665}"/>
              </a:ext>
            </a:extLst>
          </p:cNvPr>
          <p:cNvSpPr/>
          <p:nvPr/>
        </p:nvSpPr>
        <p:spPr>
          <a:xfrm>
            <a:off x="5705758" y="2489704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D18FE558-8021-532A-6F6E-A99288AC3286}"/>
              </a:ext>
            </a:extLst>
          </p:cNvPr>
          <p:cNvSpPr/>
          <p:nvPr/>
        </p:nvSpPr>
        <p:spPr>
          <a:xfrm>
            <a:off x="5606511" y="2448609"/>
            <a:ext cx="1561597" cy="2550641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A26F45F8-47B4-907E-41E4-944FB37677AB}"/>
              </a:ext>
            </a:extLst>
          </p:cNvPr>
          <p:cNvSpPr/>
          <p:nvPr/>
        </p:nvSpPr>
        <p:spPr>
          <a:xfrm>
            <a:off x="6530408" y="5048761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6B51A2FE-1B71-90E3-9473-A5A254B21155}"/>
              </a:ext>
            </a:extLst>
          </p:cNvPr>
          <p:cNvSpPr/>
          <p:nvPr/>
        </p:nvSpPr>
        <p:spPr>
          <a:xfrm>
            <a:off x="2795565" y="5054417"/>
            <a:ext cx="1136741" cy="30842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8D4868F4-7F5C-7ECC-F098-650FA836418F}"/>
              </a:ext>
            </a:extLst>
          </p:cNvPr>
          <p:cNvSpPr/>
          <p:nvPr/>
        </p:nvSpPr>
        <p:spPr>
          <a:xfrm>
            <a:off x="2732035" y="5031523"/>
            <a:ext cx="7307660" cy="903814"/>
          </a:xfrm>
          <a:prstGeom prst="rect">
            <a:avLst/>
          </a:prstGeom>
          <a:noFill/>
          <a:ln w="28575" cap="flat" cmpd="sng" algn="ctr">
            <a:solidFill>
              <a:srgbClr val="2559EB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6B665E1-6CC3-791D-7784-4839BAB4AFF0}"/>
              </a:ext>
            </a:extLst>
          </p:cNvPr>
          <p:cNvSpPr txBox="1"/>
          <p:nvPr/>
        </p:nvSpPr>
        <p:spPr>
          <a:xfrm>
            <a:off x="5708560" y="2888591"/>
            <a:ext cx="1332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Oferecer uma variedade de produtos do </a:t>
            </a:r>
            <a:r>
              <a:rPr kumimoji="0" lang="pt-BR" sz="800" i="1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&lt;segmento&gt; </a:t>
            </a:r>
            <a:r>
              <a:rPr kumimoji="0" lang="pt-BR" sz="80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com preços competitivos e entrega rápida.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endParaRPr lang="pt-BR" sz="800" kern="0" noProof="0">
              <a:solidFill>
                <a:schemeClr val="accent4"/>
              </a:solidFill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Experiência de compra encantadora para os nossos clientes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BFCF74EA-078F-620B-4196-21A91467B4DC}"/>
              </a:ext>
            </a:extLst>
          </p:cNvPr>
          <p:cNvSpPr txBox="1"/>
          <p:nvPr/>
        </p:nvSpPr>
        <p:spPr>
          <a:xfrm>
            <a:off x="5665897" y="2590495"/>
            <a:ext cx="13329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Proposta de Valor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499F32A-4AF3-A50F-D10C-787FFADE834D}"/>
              </a:ext>
            </a:extLst>
          </p:cNvPr>
          <p:cNvSpPr txBox="1"/>
          <p:nvPr/>
        </p:nvSpPr>
        <p:spPr>
          <a:xfrm>
            <a:off x="7219189" y="2525978"/>
            <a:ext cx="133290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Relacionamento com clientes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4CED0B4-B200-9BB2-55EE-A26A29ACB1E2}"/>
              </a:ext>
            </a:extLst>
          </p:cNvPr>
          <p:cNvSpPr txBox="1"/>
          <p:nvPr/>
        </p:nvSpPr>
        <p:spPr>
          <a:xfrm>
            <a:off x="8789581" y="2525978"/>
            <a:ext cx="133290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Segmento de Clientes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B3D21F9-AA1E-9F81-7330-6332B1BD0876}"/>
              </a:ext>
            </a:extLst>
          </p:cNvPr>
          <p:cNvSpPr txBox="1"/>
          <p:nvPr/>
        </p:nvSpPr>
        <p:spPr>
          <a:xfrm>
            <a:off x="7219189" y="3710505"/>
            <a:ext cx="13329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Canais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2986F64E-2985-B623-EEAE-4EB23455A515}"/>
              </a:ext>
            </a:extLst>
          </p:cNvPr>
          <p:cNvSpPr txBox="1"/>
          <p:nvPr/>
        </p:nvSpPr>
        <p:spPr>
          <a:xfrm>
            <a:off x="7211386" y="2910360"/>
            <a:ext cx="1348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fontAlgn="auto" latinLnBrk="0" hangingPunct="1">
              <a:buClr>
                <a:srgbClr val="191919"/>
              </a:buClr>
              <a:buSzPts val="2800"/>
              <a:buNone/>
              <a:tabLst/>
              <a:defRPr kumimoji="0" sz="800" kern="0" spc="0" normalizeH="0" baseline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Itau Display Light" panose="020B0403020204020204" pitchFamily="34" charset="0"/>
                <a:ea typeface="Roboto"/>
                <a:cs typeface="Itau Display Light" panose="020B0403020204020204" pitchFamily="34" charset="0"/>
              </a:defRPr>
            </a:lvl1pPr>
          </a:lstStyle>
          <a:p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Autoatendimento </a:t>
            </a:r>
            <a:r>
              <a:rPr lang="pt-BR" noProof="0" err="1">
                <a:solidFill>
                  <a:schemeClr val="accent4"/>
                </a:solidFill>
                <a:latin typeface="Aptos" panose="020B0004020202020204" pitchFamily="34" charset="0"/>
              </a:rPr>
              <a:t>chatbot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Atendimento assistido por whatsapp</a:t>
            </a: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A9DCA53-DCF8-F484-875D-A55C616E3560}"/>
              </a:ext>
            </a:extLst>
          </p:cNvPr>
          <p:cNvCxnSpPr>
            <a:cxnSpLocks/>
          </p:cNvCxnSpPr>
          <p:nvPr/>
        </p:nvCxnSpPr>
        <p:spPr>
          <a:xfrm>
            <a:off x="7207969" y="3666780"/>
            <a:ext cx="1411100" cy="0"/>
          </a:xfrm>
          <a:prstGeom prst="line">
            <a:avLst/>
          </a:prstGeom>
          <a:noFill/>
          <a:ln w="28575" cap="rnd" cmpd="sng" algn="ctr">
            <a:solidFill>
              <a:srgbClr val="0E3399"/>
            </a:solidFill>
            <a:prstDash val="solid"/>
            <a:round/>
          </a:ln>
          <a:effectLst/>
        </p:spPr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08ED2B94-014B-D241-71C5-0916B395858B}"/>
              </a:ext>
            </a:extLst>
          </p:cNvPr>
          <p:cNvCxnSpPr>
            <a:cxnSpLocks/>
            <a:stCxn id="51" idx="2"/>
            <a:endCxn id="51" idx="0"/>
          </p:cNvCxnSpPr>
          <p:nvPr/>
        </p:nvCxnSpPr>
        <p:spPr>
          <a:xfrm flipV="1">
            <a:off x="8619069" y="2448609"/>
            <a:ext cx="0" cy="2550641"/>
          </a:xfrm>
          <a:prstGeom prst="line">
            <a:avLst/>
          </a:prstGeom>
          <a:noFill/>
          <a:ln w="28575" cap="rnd" cmpd="sng" algn="ctr">
            <a:solidFill>
              <a:srgbClr val="0E3399"/>
            </a:solidFill>
            <a:prstDash val="solid"/>
            <a:round/>
          </a:ln>
          <a:effectLst/>
        </p:spPr>
      </p:cxn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4CD2FE4-998E-D79F-C05E-3D9CCCE71E31}"/>
              </a:ext>
            </a:extLst>
          </p:cNvPr>
          <p:cNvSpPr txBox="1"/>
          <p:nvPr/>
        </p:nvSpPr>
        <p:spPr>
          <a:xfrm>
            <a:off x="8647762" y="2971054"/>
            <a:ext cx="1348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fontAlgn="auto" latinLnBrk="0" hangingPunct="1">
              <a:buClr>
                <a:srgbClr val="191919"/>
              </a:buClr>
              <a:buSzPts val="2800"/>
              <a:buNone/>
              <a:tabLst/>
              <a:defRPr kumimoji="0" sz="800" kern="0" spc="0" normalizeH="0" baseline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Itau Display Light" panose="020B0403020204020204" pitchFamily="34" charset="0"/>
                <a:ea typeface="Roboto"/>
                <a:cs typeface="Itau Display Light" panose="020B0403020204020204" pitchFamily="34" charset="0"/>
              </a:defRPr>
            </a:lvl1pPr>
          </a:lstStyle>
          <a:p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sym typeface="Roboto"/>
              </a:rPr>
              <a:t>Pessoas que fazem compras online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3BD588F5-0841-AE43-7A71-F8516E12FD22}"/>
              </a:ext>
            </a:extLst>
          </p:cNvPr>
          <p:cNvSpPr txBox="1"/>
          <p:nvPr/>
        </p:nvSpPr>
        <p:spPr>
          <a:xfrm>
            <a:off x="7227136" y="3945340"/>
            <a:ext cx="1411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Ecommerce (</a:t>
            </a: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Website)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Redes Sociais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CA54CA12-7010-EDAA-2B15-F49940C09DFF}"/>
              </a:ext>
            </a:extLst>
          </p:cNvPr>
          <p:cNvCxnSpPr>
            <a:cxnSpLocks/>
          </p:cNvCxnSpPr>
          <p:nvPr/>
        </p:nvCxnSpPr>
        <p:spPr>
          <a:xfrm>
            <a:off x="4167010" y="3654007"/>
            <a:ext cx="1411100" cy="0"/>
          </a:xfrm>
          <a:prstGeom prst="line">
            <a:avLst/>
          </a:prstGeom>
          <a:noFill/>
          <a:ln w="28575" cap="rnd" cmpd="sng" algn="ctr">
            <a:solidFill>
              <a:srgbClr val="FF7800"/>
            </a:solidFill>
            <a:prstDash val="solid"/>
            <a:round/>
          </a:ln>
          <a:effectLst/>
        </p:spPr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E2EC7547-A747-E257-913E-58046007FD10}"/>
              </a:ext>
            </a:extLst>
          </p:cNvPr>
          <p:cNvCxnSpPr>
            <a:cxnSpLocks/>
          </p:cNvCxnSpPr>
          <p:nvPr/>
        </p:nvCxnSpPr>
        <p:spPr>
          <a:xfrm flipV="1">
            <a:off x="4167010" y="2455614"/>
            <a:ext cx="0" cy="2550641"/>
          </a:xfrm>
          <a:prstGeom prst="line">
            <a:avLst/>
          </a:prstGeom>
          <a:noFill/>
          <a:ln w="28575" cap="rnd" cmpd="sng" algn="ctr">
            <a:solidFill>
              <a:srgbClr val="FF7800"/>
            </a:solidFill>
            <a:prstDash val="solid"/>
            <a:round/>
          </a:ln>
          <a:effectLst/>
        </p:spPr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FD7223ED-835E-1BF7-7DCB-C9C7572DF661}"/>
              </a:ext>
            </a:extLst>
          </p:cNvPr>
          <p:cNvSpPr txBox="1"/>
          <p:nvPr/>
        </p:nvSpPr>
        <p:spPr>
          <a:xfrm>
            <a:off x="2751306" y="2578800"/>
            <a:ext cx="14939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Parcerias Principais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213180E9-09D1-66A3-B4B0-A2379F5536CE}"/>
              </a:ext>
            </a:extLst>
          </p:cNvPr>
          <p:cNvSpPr txBox="1"/>
          <p:nvPr/>
        </p:nvSpPr>
        <p:spPr>
          <a:xfrm>
            <a:off x="4162477" y="2571185"/>
            <a:ext cx="13329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Atividades Chave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77509ED8-8E04-6D26-D242-7D2FA478B43B}"/>
              </a:ext>
            </a:extLst>
          </p:cNvPr>
          <p:cNvSpPr txBox="1"/>
          <p:nvPr/>
        </p:nvSpPr>
        <p:spPr>
          <a:xfrm>
            <a:off x="4146963" y="3723929"/>
            <a:ext cx="14788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1050" b="1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Recursos Principais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73957025-01A9-64F6-C07B-6A5ACA77FFA8}"/>
              </a:ext>
            </a:extLst>
          </p:cNvPr>
          <p:cNvSpPr txBox="1"/>
          <p:nvPr/>
        </p:nvSpPr>
        <p:spPr>
          <a:xfrm>
            <a:off x="2727208" y="2998127"/>
            <a:ext cx="1414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Operadores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 Logístic</a:t>
            </a: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os 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(Correios e Couriers)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endParaRPr lang="pt-BR" sz="800" kern="0" noProof="0">
              <a:solidFill>
                <a:schemeClr val="accent4"/>
              </a:solidFill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Parceiro de Tecnologia de Pagamentos 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endParaRPr lang="pt-BR" sz="800" kern="0" noProof="0">
              <a:solidFill>
                <a:schemeClr val="accent4"/>
              </a:solidFill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  <a:p>
            <a:pPr marL="0" indent="0" defTabSz="914400">
              <a:spcBef>
                <a:spcPts val="0"/>
              </a:spcBef>
              <a:buClr>
                <a:srgbClr val="191919"/>
              </a:buClr>
              <a:buSzPts val="2800"/>
              <a:buNone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Marketplaces (Mercado Livre, </a:t>
            </a:r>
            <a:r>
              <a:rPr lang="pt-BR" sz="800" kern="0" noProof="0" err="1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Shopee</a:t>
            </a: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 e </a:t>
            </a:r>
            <a:r>
              <a:rPr lang="pt-BR" sz="800" kern="0" noProof="0" err="1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Amazon</a:t>
            </a: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endParaRPr lang="pt-BR" sz="800" kern="0" noProof="0">
              <a:solidFill>
                <a:schemeClr val="accent4"/>
              </a:solidFill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A2EF34D-A93E-5956-23F8-EAF5FADB4328}"/>
              </a:ext>
            </a:extLst>
          </p:cNvPr>
          <p:cNvSpPr txBox="1"/>
          <p:nvPr/>
        </p:nvSpPr>
        <p:spPr>
          <a:xfrm>
            <a:off x="4129656" y="2779706"/>
            <a:ext cx="15134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fontAlgn="auto" latinLnBrk="0" hangingPunct="1">
              <a:buClr>
                <a:srgbClr val="191919"/>
              </a:buClr>
              <a:buSzPts val="2800"/>
              <a:buNone/>
              <a:tabLst/>
              <a:defRPr kumimoji="0" sz="800" kern="0" spc="0" normalizeH="0" baseline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Itau Display Light" panose="020B0403020204020204" pitchFamily="34" charset="0"/>
                <a:ea typeface="Roboto"/>
                <a:cs typeface="Itau Display Light" panose="020B0403020204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Catalogo Online 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Recomendação de Compras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Opções de Pagamentos e Parcelamentos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Entrega e Tracking</a:t>
            </a:r>
          </a:p>
          <a:p>
            <a:pPr>
              <a:spcBef>
                <a:spcPts val="0"/>
              </a:spcBef>
            </a:pPr>
            <a:endParaRPr lang="pt-BR" noProof="0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8CD5E63B-D90A-1701-4D0C-BD6D38772782}"/>
              </a:ext>
            </a:extLst>
          </p:cNvPr>
          <p:cNvCxnSpPr>
            <a:cxnSpLocks/>
            <a:stCxn id="64" idx="2"/>
            <a:endCxn id="64" idx="0"/>
          </p:cNvCxnSpPr>
          <p:nvPr/>
        </p:nvCxnSpPr>
        <p:spPr>
          <a:xfrm flipV="1">
            <a:off x="6385865" y="5031523"/>
            <a:ext cx="0" cy="903814"/>
          </a:xfrm>
          <a:prstGeom prst="line">
            <a:avLst/>
          </a:prstGeom>
          <a:noFill/>
          <a:ln w="28575" cap="rnd" cmpd="sng" algn="ctr">
            <a:solidFill>
              <a:srgbClr val="2559EB"/>
            </a:solidFill>
            <a:prstDash val="solid"/>
            <a:round/>
          </a:ln>
          <a:effectLst/>
        </p:spPr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9279F795-AE99-D373-0D8A-F758D1FF3A8E}"/>
              </a:ext>
            </a:extLst>
          </p:cNvPr>
          <p:cNvSpPr txBox="1"/>
          <p:nvPr/>
        </p:nvSpPr>
        <p:spPr>
          <a:xfrm>
            <a:off x="2738940" y="5074225"/>
            <a:ext cx="179722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1050" b="1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Estrutura de Custo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1DE35770-E8A9-EEDA-6DBC-6C865C199C92}"/>
              </a:ext>
            </a:extLst>
          </p:cNvPr>
          <p:cNvSpPr txBox="1"/>
          <p:nvPr/>
        </p:nvSpPr>
        <p:spPr>
          <a:xfrm>
            <a:off x="6392770" y="5088020"/>
            <a:ext cx="13051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1050" b="1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Fontes de Receita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BB49F59-DFBF-B8A3-6A99-DBA62D5B5DB1}"/>
              </a:ext>
            </a:extLst>
          </p:cNvPr>
          <p:cNvSpPr txBox="1"/>
          <p:nvPr/>
        </p:nvSpPr>
        <p:spPr>
          <a:xfrm>
            <a:off x="2808427" y="5274823"/>
            <a:ext cx="2137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Compra e Estoque de Produtos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Marketing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Website (hospedagem e manutenção)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800"/>
              <a:buFont typeface="Arial"/>
              <a:buNone/>
              <a:tabLst/>
              <a:defRPr/>
            </a:pPr>
            <a:r>
              <a:rPr lang="pt-BR" sz="800" kern="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- </a:t>
            </a:r>
            <a:r>
              <a:rPr lang="pt-BR" sz="800" kern="0" noProof="0" dirty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  <a:sym typeface="Roboto"/>
              </a:rPr>
              <a:t>Administrativo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1CC8784F-999C-1691-5648-0AB7B239AF82}"/>
              </a:ext>
            </a:extLst>
          </p:cNvPr>
          <p:cNvSpPr txBox="1"/>
          <p:nvPr/>
        </p:nvSpPr>
        <p:spPr>
          <a:xfrm>
            <a:off x="6463026" y="5324687"/>
            <a:ext cx="35734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>
                <a:srgbClr val="191919"/>
              </a:buClr>
              <a:buSzPts val="2800"/>
              <a:buNone/>
              <a:defRPr/>
            </a:pPr>
            <a:r>
              <a:rPr lang="pt-BR" sz="800" noProof="0">
                <a:solidFill>
                  <a:schemeClr val="accent4"/>
                </a:solidFill>
                <a:latin typeface="Aptos" panose="020B0004020202020204" pitchFamily="34" charset="0"/>
                <a:ea typeface="Roboto"/>
                <a:cs typeface="Itau Display Light" panose="020B0403020204020204" pitchFamily="34" charset="0"/>
              </a:rPr>
              <a:t>Venda dos produtos</a:t>
            </a:r>
            <a:endParaRPr lang="pt-BR" sz="800" noProof="0">
              <a:solidFill>
                <a:schemeClr val="accent4"/>
              </a:solidFill>
              <a:latin typeface="Aptos" panose="020B0004020202020204" pitchFamily="34" charset="0"/>
              <a:ea typeface="Roboto"/>
              <a:cs typeface="Itau Display Light" panose="020B0403020204020204" pitchFamily="34" charset="0"/>
              <a:sym typeface="Roboto"/>
            </a:endParaRP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8EC38BB6-2D52-A9D2-6AD7-160A5D20EC93}"/>
              </a:ext>
            </a:extLst>
          </p:cNvPr>
          <p:cNvSpPr txBox="1"/>
          <p:nvPr/>
        </p:nvSpPr>
        <p:spPr>
          <a:xfrm>
            <a:off x="4141488" y="4074558"/>
            <a:ext cx="14909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fontAlgn="auto" latinLnBrk="0" hangingPunct="1">
              <a:buClr>
                <a:srgbClr val="191919"/>
              </a:buClr>
              <a:buSzPts val="2800"/>
              <a:buNone/>
              <a:tabLst/>
              <a:defRPr kumimoji="0" sz="800" kern="0" spc="0" normalizeH="0" baseline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Itau Display Light" panose="020B0403020204020204" pitchFamily="34" charset="0"/>
                <a:ea typeface="Roboto"/>
                <a:cs typeface="Itau Display Light" panose="020B0403020204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Plataforma de Ecommerce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Marketing Digital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Suporte ao Cliente</a:t>
            </a:r>
          </a:p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</a:rPr>
              <a:t>- Processamento e Entrega dos pedidos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D1BAAB61-3D5C-CF15-09DF-4963D78D41A7}"/>
              </a:ext>
            </a:extLst>
          </p:cNvPr>
          <p:cNvSpPr txBox="1"/>
          <p:nvPr/>
        </p:nvSpPr>
        <p:spPr>
          <a:xfrm>
            <a:off x="2691818" y="2099283"/>
            <a:ext cx="7304458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1800" noProof="0">
                <a:solidFill>
                  <a:schemeClr val="accent4"/>
                </a:solidFill>
                <a:latin typeface="Aptos ExtraBold" panose="020B0004020202020204" pitchFamily="34" charset="0"/>
                <a:cs typeface="Itau Display Pro" panose="020B0503020204020204" pitchFamily="34" charset="0"/>
              </a:rPr>
              <a:t>Business Model Canvas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61B62E5-CE91-2F10-093A-C7AEDA8E0DCC}"/>
              </a:ext>
            </a:extLst>
          </p:cNvPr>
          <p:cNvSpPr txBox="1"/>
          <p:nvPr/>
        </p:nvSpPr>
        <p:spPr>
          <a:xfrm>
            <a:off x="12517281" y="161458"/>
            <a:ext cx="284125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900" dirty="0"/>
              <a:t>Contexto do problema de negócio</a:t>
            </a:r>
          </a:p>
          <a:p>
            <a:pPr marL="0" indent="0">
              <a:buNone/>
            </a:pPr>
            <a:r>
              <a:rPr lang="pt-BR" sz="900" dirty="0"/>
              <a:t>Com o crescimento acelerado do e‑commerce nacional, a empresa passou a lidar com um volume significativamente maior de pedidos, entregas e interações com clientes.</a:t>
            </a:r>
          </a:p>
          <a:p>
            <a:pPr marL="0" indent="0">
              <a:buNone/>
            </a:pPr>
            <a:r>
              <a:rPr lang="pt-BR" sz="900" dirty="0"/>
              <a:t>Esse aumento de escala trouxe ganhos operacionais, mas também revelou desafios relevantes na experiência do cliente, refletidos na alta variabilidade do Net Promoter Score (NPS).</a:t>
            </a:r>
          </a:p>
          <a:p>
            <a:pPr marL="0" indent="0">
              <a:buNone/>
            </a:pPr>
            <a:r>
              <a:rPr lang="pt-BR" sz="900" dirty="0"/>
              <a:t>Observa‑se que, mesmo sob indicadores operacionais aparentemente semelhantes, alguns clientes se tornam promotores, enquanto outros se tornam detratores, indicando a existência de falhas ao longo da jornada que não são explicadas apenas por métricas finais.</a:t>
            </a:r>
          </a:p>
        </p:txBody>
      </p:sp>
    </p:spTree>
    <p:extLst>
      <p:ext uri="{BB962C8B-B14F-4D97-AF65-F5344CB8AC3E}">
        <p14:creationId xmlns:p14="http://schemas.microsoft.com/office/powerpoint/2010/main" val="1539119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4CEB-3457-7CB9-E0A7-D6AD50B7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D55BB0A3-7CE8-5BCB-24A8-6B6DFAF9E9C6}"/>
              </a:ext>
            </a:extLst>
          </p:cNvPr>
          <p:cNvSpPr txBox="1">
            <a:spLocks/>
          </p:cNvSpPr>
          <p:nvPr/>
        </p:nvSpPr>
        <p:spPr>
          <a:xfrm>
            <a:off x="336000" y="168199"/>
            <a:ext cx="11520000" cy="2409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0" kern="1200">
                <a:solidFill>
                  <a:schemeClr val="tx1"/>
                </a:solidFill>
                <a:latin typeface="Itau Text Pro" panose="020B0503020204020203"/>
                <a:ea typeface="+mj-ea"/>
                <a:cs typeface="Itau Text" panose="020B050302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tau Text Pro" panose="020B0503020204020203"/>
              <a:ea typeface="+mj-ea"/>
              <a:cs typeface="Itau Text" panose="020B0503020204020203" pitchFamily="34" charset="0"/>
            </a:endParaRPr>
          </a:p>
        </p:txBody>
      </p:sp>
      <p:sp>
        <p:nvSpPr>
          <p:cNvPr id="2" name="Google Shape;306;p27">
            <a:extLst>
              <a:ext uri="{FF2B5EF4-FFF2-40B4-BE49-F238E27FC236}">
                <a16:creationId xmlns:a16="http://schemas.microsoft.com/office/drawing/2014/main" id="{F0F7F0B4-31BD-EB9C-2054-0EEDB21373A3}"/>
              </a:ext>
            </a:extLst>
          </p:cNvPr>
          <p:cNvSpPr/>
          <p:nvPr/>
        </p:nvSpPr>
        <p:spPr>
          <a:xfrm>
            <a:off x="199558" y="1192075"/>
            <a:ext cx="1470900" cy="14709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noProof="0"/>
          </a:p>
        </p:txBody>
      </p:sp>
      <p:grpSp>
        <p:nvGrpSpPr>
          <p:cNvPr id="3" name="Google Shape;303;p27">
            <a:extLst>
              <a:ext uri="{FF2B5EF4-FFF2-40B4-BE49-F238E27FC236}">
                <a16:creationId xmlns:a16="http://schemas.microsoft.com/office/drawing/2014/main" id="{95D4AF2C-08A8-0EB1-06F9-CA5934C4D0C4}"/>
              </a:ext>
            </a:extLst>
          </p:cNvPr>
          <p:cNvGrpSpPr/>
          <p:nvPr/>
        </p:nvGrpSpPr>
        <p:grpSpPr>
          <a:xfrm rot="-899982">
            <a:off x="48485" y="1041482"/>
            <a:ext cx="1773045" cy="1773045"/>
            <a:chOff x="599418" y="954577"/>
            <a:chExt cx="1726444" cy="1726444"/>
          </a:xfrm>
        </p:grpSpPr>
        <p:sp>
          <p:nvSpPr>
            <p:cNvPr id="53" name="Google Shape;304;p27">
              <a:extLst>
                <a:ext uri="{FF2B5EF4-FFF2-40B4-BE49-F238E27FC236}">
                  <a16:creationId xmlns:a16="http://schemas.microsoft.com/office/drawing/2014/main" id="{5DE1D5A5-A316-E0C0-44EA-FAA418EB3CF5}"/>
                </a:ext>
              </a:extLst>
            </p:cNvPr>
            <p:cNvSpPr/>
            <p:nvPr/>
          </p:nvSpPr>
          <p:spPr>
            <a:xfrm rot="-1970538">
              <a:off x="599418" y="954577"/>
              <a:ext cx="1726444" cy="1726444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/>
            </a:p>
          </p:txBody>
        </p:sp>
        <p:sp>
          <p:nvSpPr>
            <p:cNvPr id="54" name="Google Shape;305;p27">
              <a:extLst>
                <a:ext uri="{FF2B5EF4-FFF2-40B4-BE49-F238E27FC236}">
                  <a16:creationId xmlns:a16="http://schemas.microsoft.com/office/drawing/2014/main" id="{5759CEE9-A01A-E002-9F2C-024AF3BCB5AD}"/>
                </a:ext>
              </a:extLst>
            </p:cNvPr>
            <p:cNvSpPr/>
            <p:nvPr/>
          </p:nvSpPr>
          <p:spPr>
            <a:xfrm rot="-1969931">
              <a:off x="929754" y="1027196"/>
              <a:ext cx="127817" cy="127817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/>
            </a:p>
          </p:txBody>
        </p:sp>
      </p:grpSp>
      <p:sp>
        <p:nvSpPr>
          <p:cNvPr id="49" name="Espaço Reservado para Texto 18">
            <a:extLst>
              <a:ext uri="{FF2B5EF4-FFF2-40B4-BE49-F238E27FC236}">
                <a16:creationId xmlns:a16="http://schemas.microsoft.com/office/drawing/2014/main" id="{64B229B8-8257-F34A-C46D-71A0A69A6749}"/>
              </a:ext>
            </a:extLst>
          </p:cNvPr>
          <p:cNvSpPr txBox="1">
            <a:spLocks/>
          </p:cNvSpPr>
          <p:nvPr/>
        </p:nvSpPr>
        <p:spPr>
          <a:xfrm>
            <a:off x="0" y="4650"/>
            <a:ext cx="12192000" cy="8227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Contexto do problema de negócio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3"/>
                </a:solidFill>
                <a:latin typeface="Aptos ExtraBold" panose="020B0004020202020204" pitchFamily="34" charset="0"/>
              </a:rPr>
              <a:t>Cenário do ecommerce no mercado brasileiro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4992EBB-3427-A5A9-DBE2-6B265E057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3394457"/>
            <a:ext cx="2504381" cy="201171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4976A77-E67C-6039-8D8F-7F58DF8210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33" y="5830488"/>
            <a:ext cx="4713890" cy="70339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A3105F1-04AB-8122-7F3C-FFBF6171C2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003" y="5049443"/>
            <a:ext cx="4620957" cy="70791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1DFBFDA-7327-A910-FACC-C70F1BABF6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245" y="1462643"/>
            <a:ext cx="4353703" cy="65655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0B0058A-159C-EB0B-FED3-E040112A2F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050" y="2290634"/>
            <a:ext cx="4053965" cy="72045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DCF30B3-405F-B1F0-0637-27F72472A1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252" y="3126545"/>
            <a:ext cx="4555908" cy="72227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5E4CA8F-887F-4DE0-ECB5-344A2BA13A06}"/>
              </a:ext>
            </a:extLst>
          </p:cNvPr>
          <p:cNvSpPr txBox="1"/>
          <p:nvPr/>
        </p:nvSpPr>
        <p:spPr>
          <a:xfrm>
            <a:off x="312010" y="1451828"/>
            <a:ext cx="2927200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2400" noProof="0">
                <a:solidFill>
                  <a:schemeClr val="accent4"/>
                </a:solidFill>
                <a:latin typeface="Verdana Pro Black" panose="020F0502020204030204" pitchFamily="34" charset="0"/>
                <a:cs typeface="Itau Display Pro" panose="020B0503020204020204" pitchFamily="34" charset="0"/>
              </a:rPr>
              <a:t>Oportunidades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pt-BR" sz="2400" noProof="0">
                <a:solidFill>
                  <a:schemeClr val="accent4"/>
                </a:solidFill>
                <a:latin typeface="Verdana Pro Black" panose="020F0502020204030204" pitchFamily="34" charset="0"/>
                <a:cs typeface="Itau Display Pro" panose="020B0503020204020204" pitchFamily="34" charset="0"/>
              </a:rPr>
              <a:t>&amp; Desafios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5F084DA7-8B5D-EBB4-4C8F-C4982FC7B6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824" y="4060981"/>
            <a:ext cx="4219775" cy="678666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B6A2F18-B2D3-AD3E-B54C-481782333E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38" y="4161896"/>
            <a:ext cx="965301" cy="280967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A0C583FA-57E5-0D43-AB28-D251CCD704E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521" y="4476038"/>
            <a:ext cx="809494" cy="289384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1B475A9-A253-8C18-CD60-611C76ADF87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360" y="4515229"/>
            <a:ext cx="786557" cy="261055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E5D5C059-8501-959D-7959-83577BDBAA9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51" y="4144837"/>
            <a:ext cx="841064" cy="280967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32C38931-B1C5-04CC-1B42-80ED579D99D6}"/>
              </a:ext>
            </a:extLst>
          </p:cNvPr>
          <p:cNvSpPr txBox="1"/>
          <p:nvPr/>
        </p:nvSpPr>
        <p:spPr>
          <a:xfrm>
            <a:off x="9183223" y="3608116"/>
            <a:ext cx="2349456" cy="481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1400" noProof="0">
                <a:solidFill>
                  <a:schemeClr val="accent4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Guerra logística com os grandes marketplaces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96EF47E-8EF8-A3A1-4A8E-BEB0F709C00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923" y="1629474"/>
            <a:ext cx="2845689" cy="97944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E2C5A1F-2F6A-2A00-3782-9E0BA2C8E248}"/>
              </a:ext>
            </a:extLst>
          </p:cNvPr>
          <p:cNvSpPr txBox="1"/>
          <p:nvPr/>
        </p:nvSpPr>
        <p:spPr>
          <a:xfrm>
            <a:off x="12693103" y="763984"/>
            <a:ext cx="2687594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100" dirty="0"/>
              <a:t>Por que este é um problema estratégico.</a:t>
            </a:r>
          </a:p>
          <a:p>
            <a:pPr marL="0" indent="0">
              <a:buNone/>
            </a:pPr>
            <a:r>
              <a:rPr lang="pt-BR" sz="1100" dirty="0"/>
              <a:t>O aumento de clientes detratores representa risco direto à marca, fidelização e receita.</a:t>
            </a:r>
          </a:p>
          <a:p>
            <a:pPr marL="0" indent="0">
              <a:buNone/>
            </a:pPr>
            <a:r>
              <a:rPr lang="pt-BR" sz="1100" dirty="0"/>
              <a:t>Atualmente, o NPS é coletado apenas ao final da jornada, limitando a atuação preventiva.</a:t>
            </a:r>
          </a:p>
          <a:p>
            <a:pPr marL="0" indent="0">
              <a:buNone/>
            </a:pPr>
            <a:r>
              <a:rPr lang="pt-BR" sz="1100" dirty="0"/>
              <a:t>A empresa identifica a insatisfação quando o impacto reputacional e operacional já ocorreu.</a:t>
            </a:r>
          </a:p>
          <a:p>
            <a:pPr marL="0" indent="0">
              <a:buNone/>
            </a:pPr>
            <a:r>
              <a:rPr lang="pt-BR" sz="1100" dirty="0"/>
              <a:t>Existe oportunidade clara de utilizar dados operacionais para antecipar riscos e priorizar ações corretivas</a:t>
            </a:r>
          </a:p>
        </p:txBody>
      </p:sp>
    </p:spTree>
    <p:extLst>
      <p:ext uri="{BB962C8B-B14F-4D97-AF65-F5344CB8AC3E}">
        <p14:creationId xmlns:p14="http://schemas.microsoft.com/office/powerpoint/2010/main" val="2796150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9409-B507-0C9E-6141-2898B586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7A93984-F2E7-B411-2976-56CF4ACB863E}"/>
              </a:ext>
            </a:extLst>
          </p:cNvPr>
          <p:cNvSpPr txBox="1"/>
          <p:nvPr/>
        </p:nvSpPr>
        <p:spPr>
          <a:xfrm>
            <a:off x="123912" y="1153054"/>
            <a:ext cx="5863068" cy="177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Nossa empresa está em franca expansão no país, mas com o aumento das nossas vendas e número de clientes pelo Brasil, estamos percebendo um </a:t>
            </a:r>
            <a:r>
              <a:rPr lang="pt-BR" b="1" noProof="0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número elevado de detratores (NPS).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Com isso temos um </a:t>
            </a: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risco de comprometimento da nossa marca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, </a:t>
            </a: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fidelidade dos nossos clientes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 consequentemente </a:t>
            </a: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perda de receita e </a:t>
            </a:r>
            <a:r>
              <a:rPr lang="pt-BR" b="1" noProof="0" err="1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marketshare</a:t>
            </a: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CC8A25C-CADF-D794-68E7-16269E2090A6}"/>
              </a:ext>
            </a:extLst>
          </p:cNvPr>
          <p:cNvSpPr txBox="1"/>
          <p:nvPr/>
        </p:nvSpPr>
        <p:spPr>
          <a:xfrm>
            <a:off x="686122" y="3026746"/>
            <a:ext cx="27680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050" noProof="0"/>
              <a:t>Net Promoter Score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801A601-9103-F323-8524-F735D92FDC66}"/>
              </a:ext>
            </a:extLst>
          </p:cNvPr>
          <p:cNvSpPr txBox="1"/>
          <p:nvPr/>
        </p:nvSpPr>
        <p:spPr>
          <a:xfrm>
            <a:off x="3671307" y="4222646"/>
            <a:ext cx="5474773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Clientes satisfeitos são </a:t>
            </a: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clientes fiéis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ACFF033-58F1-AB44-110F-CE56B4BF0DE5}"/>
              </a:ext>
            </a:extLst>
          </p:cNvPr>
          <p:cNvSpPr txBox="1"/>
          <p:nvPr/>
        </p:nvSpPr>
        <p:spPr>
          <a:xfrm>
            <a:off x="3671308" y="4724785"/>
            <a:ext cx="7468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Promotores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Recomendação para amigos e familiares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Detratores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Geralmente usam redes sociais para reclamar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EF4C39A-AB48-A65B-E301-968FFF3B0782}"/>
              </a:ext>
            </a:extLst>
          </p:cNvPr>
          <p:cNvSpPr txBox="1"/>
          <p:nvPr/>
        </p:nvSpPr>
        <p:spPr>
          <a:xfrm>
            <a:off x="3671307" y="5369156"/>
            <a:ext cx="82645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Promotores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Aumento orgânico de novos clientes através do boca a boca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Detratores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Potencial perda de atuais e novos clientes devido o alcance das redes sociais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C7B512F-7A68-D2F6-9BCE-DC3B972380F4}"/>
              </a:ext>
            </a:extLst>
          </p:cNvPr>
          <p:cNvSpPr txBox="1"/>
          <p:nvPr/>
        </p:nvSpPr>
        <p:spPr>
          <a:xfrm>
            <a:off x="3671307" y="6011112"/>
            <a:ext cx="8264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Reclame Aqui – Selo RA1000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Benchmarking da concorrência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noProof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Tendências do mercado brasileiro</a:t>
            </a:r>
          </a:p>
        </p:txBody>
      </p:sp>
      <p:sp>
        <p:nvSpPr>
          <p:cNvPr id="38" name="Fluxograma: Terminação 37">
            <a:extLst>
              <a:ext uri="{FF2B5EF4-FFF2-40B4-BE49-F238E27FC236}">
                <a16:creationId xmlns:a16="http://schemas.microsoft.com/office/drawing/2014/main" id="{88D7AC39-C91E-B63F-B513-CD08F13A8C61}"/>
              </a:ext>
            </a:extLst>
          </p:cNvPr>
          <p:cNvSpPr/>
          <p:nvPr/>
        </p:nvSpPr>
        <p:spPr>
          <a:xfrm>
            <a:off x="687287" y="3308760"/>
            <a:ext cx="2768002" cy="682360"/>
          </a:xfrm>
          <a:prstGeom prst="flowChartTermina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400" noProof="0">
                <a:solidFill>
                  <a:schemeClr val="bg1"/>
                </a:solidFill>
                <a:latin typeface="Aptos ExtraBold" panose="020B0004020202020204" pitchFamily="34" charset="0"/>
                <a:cs typeface="Itau Display Pro" panose="020B0503020204020204" pitchFamily="34" charset="0"/>
              </a:rPr>
              <a:t>O NPS é o nosso </a:t>
            </a:r>
            <a:r>
              <a:rPr lang="pt-BR" sz="1400" noProof="0">
                <a:solidFill>
                  <a:schemeClr val="accent3"/>
                </a:solidFill>
                <a:latin typeface="Aptos ExtraBold" panose="020B0004020202020204" pitchFamily="34" charset="0"/>
                <a:cs typeface="Itau Display Pro" panose="020B0503020204020204" pitchFamily="34" charset="0"/>
              </a:rPr>
              <a:t>termômetro de satisfação </a:t>
            </a:r>
            <a:r>
              <a:rPr lang="pt-BR" sz="1400" noProof="0">
                <a:solidFill>
                  <a:schemeClr val="bg1"/>
                </a:solidFill>
                <a:latin typeface="Aptos ExtraBold" panose="020B0004020202020204" pitchFamily="34" charset="0"/>
                <a:cs typeface="Itau Display Pro" panose="020B0503020204020204" pitchFamily="34" charset="0"/>
              </a:rPr>
              <a:t>do cliente</a:t>
            </a:r>
          </a:p>
        </p:txBody>
      </p:sp>
      <p:sp>
        <p:nvSpPr>
          <p:cNvPr id="39" name="Fluxograma: Terminação 38">
            <a:extLst>
              <a:ext uri="{FF2B5EF4-FFF2-40B4-BE49-F238E27FC236}">
                <a16:creationId xmlns:a16="http://schemas.microsoft.com/office/drawing/2014/main" id="{7B64798C-0BF4-4BFC-93E8-05D982E91675}"/>
              </a:ext>
            </a:extLst>
          </p:cNvPr>
          <p:cNvSpPr/>
          <p:nvPr/>
        </p:nvSpPr>
        <p:spPr>
          <a:xfrm>
            <a:off x="687287" y="4163724"/>
            <a:ext cx="2766837" cy="535921"/>
          </a:xfrm>
          <a:prstGeom prst="flowChartTermina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400" noProof="0">
                <a:solidFill>
                  <a:schemeClr val="bg1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Recompra</a:t>
            </a:r>
          </a:p>
        </p:txBody>
      </p:sp>
      <p:sp>
        <p:nvSpPr>
          <p:cNvPr id="40" name="Fluxograma: Terminação 39">
            <a:extLst>
              <a:ext uri="{FF2B5EF4-FFF2-40B4-BE49-F238E27FC236}">
                <a16:creationId xmlns:a16="http://schemas.microsoft.com/office/drawing/2014/main" id="{155627B5-3605-3625-AF72-4410663E6BFC}"/>
              </a:ext>
            </a:extLst>
          </p:cNvPr>
          <p:cNvSpPr/>
          <p:nvPr/>
        </p:nvSpPr>
        <p:spPr>
          <a:xfrm>
            <a:off x="687287" y="4773277"/>
            <a:ext cx="2766837" cy="535921"/>
          </a:xfrm>
          <a:prstGeom prst="flowChartTermina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400" noProof="0">
                <a:solidFill>
                  <a:schemeClr val="bg1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Boca a Boca</a:t>
            </a:r>
          </a:p>
        </p:txBody>
      </p:sp>
      <p:sp>
        <p:nvSpPr>
          <p:cNvPr id="41" name="Fluxograma: Terminação 40">
            <a:extLst>
              <a:ext uri="{FF2B5EF4-FFF2-40B4-BE49-F238E27FC236}">
                <a16:creationId xmlns:a16="http://schemas.microsoft.com/office/drawing/2014/main" id="{420F9AA7-0D78-9F1E-FE98-C84D4485AF2E}"/>
              </a:ext>
            </a:extLst>
          </p:cNvPr>
          <p:cNvSpPr/>
          <p:nvPr/>
        </p:nvSpPr>
        <p:spPr>
          <a:xfrm>
            <a:off x="687287" y="5407103"/>
            <a:ext cx="2766837" cy="535921"/>
          </a:xfrm>
          <a:prstGeom prst="flowChartTermina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400" noProof="0">
                <a:solidFill>
                  <a:schemeClr val="bg1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Market </a:t>
            </a:r>
            <a:r>
              <a:rPr lang="pt-BR" sz="1400" noProof="0" err="1">
                <a:solidFill>
                  <a:schemeClr val="bg1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Share</a:t>
            </a:r>
            <a:endParaRPr lang="pt-BR" sz="1400" noProof="0">
              <a:solidFill>
                <a:schemeClr val="bg1"/>
              </a:solidFill>
              <a:latin typeface="Aptos" panose="020B0004020202020204" pitchFamily="34" charset="0"/>
              <a:cs typeface="Itau Display Pro" panose="020B0503020204020204" pitchFamily="34" charset="0"/>
            </a:endParaRPr>
          </a:p>
        </p:txBody>
      </p:sp>
      <p:sp>
        <p:nvSpPr>
          <p:cNvPr id="42" name="Fluxograma: Terminação 41">
            <a:extLst>
              <a:ext uri="{FF2B5EF4-FFF2-40B4-BE49-F238E27FC236}">
                <a16:creationId xmlns:a16="http://schemas.microsoft.com/office/drawing/2014/main" id="{D29F0D2D-3B33-D9FC-364B-F9C8810AC925}"/>
              </a:ext>
            </a:extLst>
          </p:cNvPr>
          <p:cNvSpPr/>
          <p:nvPr/>
        </p:nvSpPr>
        <p:spPr>
          <a:xfrm>
            <a:off x="687287" y="6038422"/>
            <a:ext cx="2766837" cy="535921"/>
          </a:xfrm>
          <a:prstGeom prst="flowChartTermina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400" noProof="0">
                <a:solidFill>
                  <a:schemeClr val="bg1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Indicadores de Mercado</a:t>
            </a:r>
          </a:p>
        </p:txBody>
      </p:sp>
      <p:sp>
        <p:nvSpPr>
          <p:cNvPr id="2" name="Espaço Reservado para Texto 18">
            <a:extLst>
              <a:ext uri="{FF2B5EF4-FFF2-40B4-BE49-F238E27FC236}">
                <a16:creationId xmlns:a16="http://schemas.microsoft.com/office/drawing/2014/main" id="{A2C9FE31-A729-96F4-9238-9D84117F512E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454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Contexto do problema de negócio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3"/>
                </a:solidFill>
                <a:latin typeface="Aptos ExtraBold" panose="020B0004020202020204" pitchFamily="34" charset="0"/>
              </a:rPr>
              <a:t>Por que esse problema é relevante para a empresa 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0ED72F-D3E5-73F4-C827-769FBE10683C}"/>
              </a:ext>
            </a:extLst>
          </p:cNvPr>
          <p:cNvSpPr txBox="1"/>
          <p:nvPr/>
        </p:nvSpPr>
        <p:spPr>
          <a:xfrm>
            <a:off x="6072832" y="1153054"/>
            <a:ext cx="5863068" cy="1211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O problema é a </a:t>
            </a:r>
            <a:r>
              <a:rPr lang="pt-BR" b="1" dirty="0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incapacidade de agirmos preventivamente </a:t>
            </a:r>
            <a:r>
              <a:rPr lang="pt-BR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sobre a experiência do cliente. Hoje, o NPS é coletado apenas ao fim da jornada. Assim, a empresa descobre a insatisfação quando o dano já ocorreu.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CBAE035-B8F8-799A-9390-CCF3662072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307" y="3128449"/>
            <a:ext cx="1616807" cy="9741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956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DB92-E567-6530-F5E0-20570F8F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BDD9FFEA-C8B8-4D5A-982A-4C7CD329D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05" y="2412432"/>
            <a:ext cx="5778555" cy="3481579"/>
          </a:xfrm>
          <a:prstGeom prst="rect">
            <a:avLst/>
          </a:prstGeom>
          <a:noFill/>
        </p:spPr>
      </p:pic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11C0895-2C82-A3FC-3039-FFA0861A1E3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-1" y="0"/>
            <a:ext cx="4136571" cy="68579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989C1B-C879-9648-71F8-EDA230F934D1}"/>
              </a:ext>
            </a:extLst>
          </p:cNvPr>
          <p:cNvSpPr txBox="1"/>
          <p:nvPr/>
        </p:nvSpPr>
        <p:spPr>
          <a:xfrm>
            <a:off x="304845" y="1736988"/>
            <a:ext cx="3526877" cy="483246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pt-BR" sz="2000" b="1">
                <a:solidFill>
                  <a:schemeClr val="bg1"/>
                </a:solidFill>
                <a:latin typeface="Aptos" panose="020B0004020202020204" pitchFamily="34" charset="0"/>
              </a:rPr>
              <a:t>1. Quais fatores operacionais mais afetam a experiência do cliente ?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pt-BR" sz="2000" b="1">
                <a:solidFill>
                  <a:schemeClr val="bg1"/>
                </a:solidFill>
                <a:latin typeface="Aptos" panose="020B0004020202020204" pitchFamily="34" charset="0"/>
              </a:rPr>
              <a:t>2. O que transforma clientes em promotores, neutros ou detratores ?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pt-BR" sz="2000" b="1">
                <a:solidFill>
                  <a:schemeClr val="bg1"/>
                </a:solidFill>
                <a:latin typeface="Aptos" panose="020B0004020202020204" pitchFamily="34" charset="0"/>
              </a:rPr>
              <a:t>3. Como priorizar ações de logística e atendimento antes da pesquisa de NPS ?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7870CE3-95A4-A978-175C-A2288FAA94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278" y="190216"/>
            <a:ext cx="3526877" cy="1258230"/>
          </a:xfrm>
        </p:spPr>
        <p:txBody>
          <a:bodyPr/>
          <a:lstStyle/>
          <a:p>
            <a:r>
              <a:rPr lang="pt-BR" sz="2800" b="1">
                <a:solidFill>
                  <a:schemeClr val="bg2"/>
                </a:solidFill>
                <a:latin typeface="Aptos" panose="020B0004020202020204" pitchFamily="34" charset="0"/>
              </a:rPr>
              <a:t>Em termos práticos, o desafio busca responder: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31C7E94-F3F4-81FC-3ED7-1B266F6EB7B3}"/>
              </a:ext>
            </a:extLst>
          </p:cNvPr>
          <p:cNvSpPr txBox="1">
            <a:spLocks/>
          </p:cNvSpPr>
          <p:nvPr/>
        </p:nvSpPr>
        <p:spPr>
          <a:xfrm>
            <a:off x="4332561" y="190216"/>
            <a:ext cx="7092302" cy="4826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accent3"/>
                </a:solidFill>
                <a:latin typeface="Aptos" panose="020B0004020202020204" pitchFamily="34" charset="0"/>
              </a:rPr>
              <a:t>Pergunta que a análise busca responder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1B94CD0-014F-806B-6665-F48171D6D0E3}"/>
              </a:ext>
            </a:extLst>
          </p:cNvPr>
          <p:cNvSpPr txBox="1"/>
          <p:nvPr/>
        </p:nvSpPr>
        <p:spPr>
          <a:xfrm>
            <a:off x="4136568" y="1633341"/>
            <a:ext cx="8055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2000" b="1">
                <a:solidFill>
                  <a:schemeClr val="accent4"/>
                </a:solidFill>
                <a:latin typeface="Aptos" panose="020B0004020202020204" pitchFamily="34" charset="0"/>
              </a:rPr>
              <a:t>A variável escolhida é </a:t>
            </a: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</a:rPr>
              <a:t>NPS Score</a:t>
            </a:r>
            <a:r>
              <a:rPr lang="pt-BR" sz="2000" b="1">
                <a:solidFill>
                  <a:schemeClr val="accent4"/>
                </a:solidFill>
                <a:latin typeface="Aptos" panose="020B0004020202020204" pitchFamily="34" charset="0"/>
              </a:rPr>
              <a:t>, que vai de 0 a 10.</a:t>
            </a:r>
          </a:p>
        </p:txBody>
      </p:sp>
    </p:spTree>
    <p:extLst>
      <p:ext uri="{BB962C8B-B14F-4D97-AF65-F5344CB8AC3E}">
        <p14:creationId xmlns:p14="http://schemas.microsoft.com/office/powerpoint/2010/main" val="5289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71F7-F5A3-5A49-57EF-71B1391D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A700EBC-66B1-C0C2-A93F-C02C8781D89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-1" y="0"/>
            <a:ext cx="4136571" cy="68579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8C0C2D-CE22-08C8-9EF2-05CAD2521D7A}"/>
              </a:ext>
            </a:extLst>
          </p:cNvPr>
          <p:cNvSpPr txBox="1"/>
          <p:nvPr/>
        </p:nvSpPr>
        <p:spPr>
          <a:xfrm>
            <a:off x="177821" y="847080"/>
            <a:ext cx="3881332" cy="552289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Aptos" panose="020B0004020202020204" pitchFamily="34" charset="0"/>
              </a:rPr>
              <a:t>Por que ela foi escolhida?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Porque é a medida explícita de satisfação disponível na base e traduz a percepção final do cliente após sua jornada.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Aptos" panose="020B0004020202020204" pitchFamily="34" charset="0"/>
              </a:rPr>
              <a:t>Em que momento ela é coletada?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Após a experiência de compra, incluindo entrega e eventuais interações com atendimento.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bg2"/>
                </a:solidFill>
                <a:latin typeface="Aptos" panose="020B0004020202020204" pitchFamily="34" charset="0"/>
              </a:rPr>
              <a:t>Riscos de usar o NPS na análise</a:t>
            </a:r>
          </a:p>
          <a:p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O NPS é uma </a:t>
            </a:r>
            <a:r>
              <a:rPr lang="pt-BR" sz="1800" b="1" dirty="0">
                <a:solidFill>
                  <a:schemeClr val="accent3"/>
                </a:solidFill>
                <a:latin typeface="Aptos" panose="020B0004020202020204" pitchFamily="34" charset="0"/>
              </a:rPr>
              <a:t>métrica reativa</a:t>
            </a:r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, não preventiva por natureza.</a:t>
            </a:r>
          </a:p>
          <a:p>
            <a:pPr>
              <a:spcBef>
                <a:spcPts val="0"/>
              </a:spcBef>
            </a:pPr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O NPS mostra o resultado da experiência, mas não explica sozinho a causa.</a:t>
            </a:r>
          </a:p>
          <a:p>
            <a:pPr>
              <a:spcBef>
                <a:spcPts val="0"/>
              </a:spcBef>
            </a:pPr>
            <a:r>
              <a:rPr lang="pt-BR" sz="1800" b="1" dirty="0">
                <a:solidFill>
                  <a:schemeClr val="bg1"/>
                </a:solidFill>
                <a:latin typeface="Aptos" panose="020B0004020202020204" pitchFamily="34" charset="0"/>
              </a:rPr>
              <a:t>Pode haver influência emocional do momento da resposta.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8C681F-FA5D-9E43-7CBC-5E94D6B90C92}"/>
              </a:ext>
            </a:extLst>
          </p:cNvPr>
          <p:cNvSpPr txBox="1"/>
          <p:nvPr/>
        </p:nvSpPr>
        <p:spPr>
          <a:xfrm>
            <a:off x="177821" y="246866"/>
            <a:ext cx="3780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>
                <a:solidFill>
                  <a:schemeClr val="bg2"/>
                </a:solidFill>
                <a:latin typeface="Aptos" panose="020B0004020202020204" pitchFamily="34" charset="0"/>
              </a:rPr>
              <a:t>NPS | </a:t>
            </a:r>
            <a:r>
              <a:rPr lang="pt-BR" sz="1800">
                <a:solidFill>
                  <a:schemeClr val="bg2"/>
                </a:solidFill>
                <a:latin typeface="Aptos" panose="020B0004020202020204" pitchFamily="34" charset="0"/>
              </a:rPr>
              <a:t>Net Promoter Score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9A89A27-F21B-67FE-6D9B-612D348AB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05" y="2412432"/>
            <a:ext cx="5778555" cy="3481579"/>
          </a:xfrm>
          <a:prstGeom prst="rect">
            <a:avLst/>
          </a:prstGeom>
          <a:noFill/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21412B-79DF-CE80-8BF9-1BF362DCA926}"/>
              </a:ext>
            </a:extLst>
          </p:cNvPr>
          <p:cNvSpPr txBox="1"/>
          <p:nvPr/>
        </p:nvSpPr>
        <p:spPr>
          <a:xfrm>
            <a:off x="4136568" y="1633341"/>
            <a:ext cx="8055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2000" b="1">
                <a:solidFill>
                  <a:schemeClr val="accent4"/>
                </a:solidFill>
                <a:latin typeface="Aptos" panose="020B0004020202020204" pitchFamily="34" charset="0"/>
              </a:rPr>
              <a:t>A variável escolhida é </a:t>
            </a: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</a:rPr>
              <a:t>NPS Score</a:t>
            </a:r>
            <a:r>
              <a:rPr lang="pt-BR" sz="2000" b="1">
                <a:solidFill>
                  <a:schemeClr val="accent4"/>
                </a:solidFill>
                <a:latin typeface="Aptos" panose="020B0004020202020204" pitchFamily="34" charset="0"/>
              </a:rPr>
              <a:t>, que vai de 0 a 10.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44E3F7D-5754-9E23-AA98-229D7945FB59}"/>
              </a:ext>
            </a:extLst>
          </p:cNvPr>
          <p:cNvSpPr txBox="1">
            <a:spLocks/>
          </p:cNvSpPr>
          <p:nvPr/>
        </p:nvSpPr>
        <p:spPr>
          <a:xfrm>
            <a:off x="4332561" y="190216"/>
            <a:ext cx="7092302" cy="48263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accent3"/>
                </a:solidFill>
                <a:latin typeface="Aptos" panose="020B0004020202020204" pitchFamily="34" charset="0"/>
              </a:rPr>
              <a:t>Pergunta que a análise busca responder</a:t>
            </a:r>
          </a:p>
        </p:txBody>
      </p:sp>
    </p:spTree>
    <p:extLst>
      <p:ext uri="{BB962C8B-B14F-4D97-AF65-F5344CB8AC3E}">
        <p14:creationId xmlns:p14="http://schemas.microsoft.com/office/powerpoint/2010/main" val="241315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8302-1C7A-F534-4F01-E76A717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8">
            <a:extLst>
              <a:ext uri="{FF2B5EF4-FFF2-40B4-BE49-F238E27FC236}">
                <a16:creationId xmlns:a16="http://schemas.microsoft.com/office/drawing/2014/main" id="{CB434A89-FF8F-3275-4DDF-226F5F8BC811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dirty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4"/>
                </a:solidFill>
                <a:latin typeface="Aptos ExtraBold" panose="020B0004020202020204" pitchFamily="34" charset="0"/>
              </a:rPr>
              <a:t>Principais insights da análise exploratória (EDA)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3"/>
                </a:solidFill>
                <a:latin typeface="Aptos ExtraBold" panose="020B0004020202020204" pitchFamily="34" charset="0"/>
              </a:rPr>
              <a:t>Dados relevantes da análise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 dirty="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AC2DEC-CF5A-75A5-33E3-8EF65D8101F3}"/>
              </a:ext>
            </a:extLst>
          </p:cNvPr>
          <p:cNvSpPr txBox="1"/>
          <p:nvPr/>
        </p:nvSpPr>
        <p:spPr>
          <a:xfrm>
            <a:off x="248848" y="1270539"/>
            <a:ext cx="5163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A distribuição do NPS ajuda a identificar o equilíbrio entre clientes satisfeitos e insatisfeitos. Em contexto de negócio, interessa menos a forma estatística da curva e mais o volume concentrado em faixas críticas.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819820-D19B-E7CC-2185-96F857485E5E}"/>
              </a:ext>
            </a:extLst>
          </p:cNvPr>
          <p:cNvSpPr txBox="1"/>
          <p:nvPr/>
        </p:nvSpPr>
        <p:spPr>
          <a:xfrm>
            <a:off x="53950" y="6325131"/>
            <a:ext cx="105530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A base é consistente (sem valores nulos ou duplicados), temos um volume suficiente com 2.500 registros e com variáveis da jornada </a:t>
            </a:r>
            <a:r>
              <a:rPr lang="pt-BR" sz="1200" dirty="0" err="1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end-to-end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do cliente.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Dados do cliente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Pedido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Pagamento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 E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ntrega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 A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tendimento 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  <a:sym typeface="Wingdings" panose="05000000000000000000" pitchFamily="2" charset="2"/>
              </a:rPr>
              <a:t></a:t>
            </a:r>
            <a:r>
              <a:rPr lang="pt-BR" sz="12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Satisfação da Experiência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4B399EA-E862-00CE-DD31-F9EF687734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" y="2854955"/>
            <a:ext cx="5276545" cy="311955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EF866B-553E-4D6C-26D9-710551E56E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885" y="2854955"/>
            <a:ext cx="5608658" cy="31453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FDD9BDE-75C0-61E0-624C-2430F9244EE5}"/>
              </a:ext>
            </a:extLst>
          </p:cNvPr>
          <p:cNvSpPr txBox="1"/>
          <p:nvPr/>
        </p:nvSpPr>
        <p:spPr>
          <a:xfrm>
            <a:off x="5791885" y="1270539"/>
            <a:ext cx="48151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Essa visão mostra o tamanho do problema. Uma proporção alta de detratores indica risco para recompra, reputação e crescimento orgânico. Notamos também que o NPS é muito similar em todas as regiões do Brasil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D91B53-E3E3-CDEF-DA89-2D32A566B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1193269"/>
            <a:ext cx="1478189" cy="15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4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6C61-70DE-E0D3-F2D9-D51DF9F6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F9B1D755-C209-DF15-CE3D-4D6B5D0BDFC9}"/>
              </a:ext>
            </a:extLst>
          </p:cNvPr>
          <p:cNvSpPr txBox="1"/>
          <p:nvPr/>
        </p:nvSpPr>
        <p:spPr>
          <a:xfrm>
            <a:off x="368254" y="1264368"/>
            <a:ext cx="1163377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Os </a:t>
            </a:r>
            <a:r>
              <a:rPr lang="pt-BR" sz="1800" b="1" dirty="0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Detratores</a:t>
            </a: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concentram maiores dias de atraso e contatos com suporte. Identificamos também outliers, ou seja, situações mais extremas em dias de atraso e contatos com o suporte que fogem do comportamento médio.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Já os </a:t>
            </a:r>
            <a:r>
              <a:rPr lang="pt-BR" sz="1800" b="1" dirty="0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Promotores</a:t>
            </a: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 tendem a apresentar uma jornada mais estável e menos sinais de fricção sem atrasos significativos na entrega. Isso reforça que logística e atendimento são os principais drivers da satisfação do cliente.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097FE757-FD57-2C7E-4357-215F1A365BC8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dirty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4"/>
                </a:solidFill>
                <a:latin typeface="Aptos ExtraBold" panose="020B0004020202020204" pitchFamily="34" charset="0"/>
              </a:rPr>
              <a:t>Principais insights da análise exploratória (EDA)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3"/>
                </a:solidFill>
                <a:latin typeface="Aptos ExtraBold" panose="020B0004020202020204" pitchFamily="34" charset="0"/>
              </a:rPr>
              <a:t>Dados relevantes da análise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 dirty="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D046F1-D1E5-58AA-56C6-FCE6DD96A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72" y="2985568"/>
            <a:ext cx="5726388" cy="332618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78454D-E55A-7BC8-7651-866BD9BD8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140" y="2985568"/>
            <a:ext cx="5650688" cy="335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1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6DC1-571A-BCD9-ADF2-4DF15109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8">
            <a:extLst>
              <a:ext uri="{FF2B5EF4-FFF2-40B4-BE49-F238E27FC236}">
                <a16:creationId xmlns:a16="http://schemas.microsoft.com/office/drawing/2014/main" id="{A56F4638-1A1E-AA0D-DB72-6815764B4CD2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4"/>
                </a:solidFill>
                <a:latin typeface="Aptos ExtraBold" panose="020B0004020202020204" pitchFamily="34" charset="0"/>
              </a:rPr>
              <a:t>Principais insights da análise exploratória (EDA)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3"/>
                </a:solidFill>
                <a:latin typeface="Aptos ExtraBold" panose="020B0004020202020204" pitchFamily="34" charset="0"/>
              </a:rPr>
              <a:t>Dados relevantes da análise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E1FB186-8819-A84C-421B-FE100D57D698}"/>
              </a:ext>
            </a:extLst>
          </p:cNvPr>
          <p:cNvSpPr txBox="1"/>
          <p:nvPr/>
        </p:nvSpPr>
        <p:spPr>
          <a:xfrm>
            <a:off x="279114" y="1136760"/>
            <a:ext cx="116337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Aqui vemos que os </a:t>
            </a:r>
            <a:r>
              <a:rPr lang="pt-BR" sz="1800" b="1" dirty="0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principais drivers de insatisfação </a:t>
            </a: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estão relacionados à logística e atendimento, como atraso na entrega, número de reclamações e contatos com suporte.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Por outro lado, indicadores como recompra e satisfação interna apresentam forte relação positiva com o NPS.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100966-EC59-FCF6-EBCA-07584E766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10" y="2532488"/>
            <a:ext cx="7178566" cy="41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5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D52A-993C-BF77-D8F6-E2783F52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92E02C2-32DF-D692-486F-1DF3524C3F93}"/>
              </a:ext>
            </a:extLst>
          </p:cNvPr>
          <p:cNvSpPr txBox="1"/>
          <p:nvPr/>
        </p:nvSpPr>
        <p:spPr>
          <a:xfrm>
            <a:off x="162673" y="1340696"/>
            <a:ext cx="38545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Correlações negativas relevantes com NPS costumam indicar pontos de dor operacional.</a:t>
            </a:r>
          </a:p>
          <a:p>
            <a:pPr>
              <a:spcBef>
                <a:spcPts val="0"/>
              </a:spcBef>
            </a:pPr>
            <a:endParaRPr lang="pt-BR" sz="1800" dirty="0">
              <a:solidFill>
                <a:schemeClr val="accent4"/>
              </a:solidFill>
              <a:latin typeface="Aptos" panose="020B0004020202020204" pitchFamily="34" charset="0"/>
              <a:cs typeface="Itau Display Pro" panose="020B0503020204020204" pitchFamily="34" charset="0"/>
            </a:endParaRPr>
          </a:p>
          <a:p>
            <a:pPr>
              <a:spcBef>
                <a:spcPts val="0"/>
              </a:spcBef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Correlações positivas sugerem variáveis associadas a boa experiência.</a:t>
            </a:r>
          </a:p>
          <a:p>
            <a:pPr>
              <a:spcBef>
                <a:spcPts val="0"/>
              </a:spcBef>
            </a:pPr>
            <a:endParaRPr lang="pt-BR" sz="1800" dirty="0">
              <a:solidFill>
                <a:schemeClr val="accent4"/>
              </a:solidFill>
              <a:latin typeface="Aptos" panose="020B0004020202020204" pitchFamily="34" charset="0"/>
              <a:cs typeface="Itau Display Pro" panose="020B0503020204020204" pitchFamily="34" charset="0"/>
            </a:endParaRPr>
          </a:p>
          <a:p>
            <a:pPr>
              <a:spcBef>
                <a:spcPts val="0"/>
              </a:spcBef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Em um e-commerce, espera-se destaque para atraso, reclamações, contatos com suporte e score interno de satisfação.</a:t>
            </a:r>
          </a:p>
        </p:txBody>
      </p:sp>
      <p:sp>
        <p:nvSpPr>
          <p:cNvPr id="3" name="Espaço Reservado para Texto 18">
            <a:extLst>
              <a:ext uri="{FF2B5EF4-FFF2-40B4-BE49-F238E27FC236}">
                <a16:creationId xmlns:a16="http://schemas.microsoft.com/office/drawing/2014/main" id="{E15CC4D9-CF62-9280-520D-E3FFAE013182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4"/>
                </a:solidFill>
                <a:latin typeface="Aptos ExtraBold" panose="020B0004020202020204" pitchFamily="34" charset="0"/>
              </a:rPr>
              <a:t>Principais insights da análise exploratória (EDA)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3"/>
                </a:solidFill>
                <a:latin typeface="Aptos ExtraBold" panose="020B0004020202020204" pitchFamily="34" charset="0"/>
              </a:rPr>
              <a:t>Dados relevantes da análise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D65BE5-88DB-0E3D-6293-6F90FEC69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96" y="1340696"/>
            <a:ext cx="7854472" cy="547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0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65CD-BE1C-FE7B-B109-E96CAE2F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18">
            <a:extLst>
              <a:ext uri="{FF2B5EF4-FFF2-40B4-BE49-F238E27FC236}">
                <a16:creationId xmlns:a16="http://schemas.microsoft.com/office/drawing/2014/main" id="{9C945C5F-DA14-C7E3-03B3-2F20F57BDA89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dirty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4"/>
                </a:solidFill>
                <a:latin typeface="Aptos ExtraBold" panose="020B0004020202020204" pitchFamily="34" charset="0"/>
              </a:rPr>
              <a:t>Principais insights da análise exploratória (EDA)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3"/>
                </a:solidFill>
                <a:latin typeface="Aptos ExtraBold" panose="020B0004020202020204" pitchFamily="34" charset="0"/>
              </a:rPr>
              <a:t>Dados relevantes da análise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 dirty="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B6EC03-50C5-8EE2-C4C8-7ADEAEA91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63" y="2226185"/>
            <a:ext cx="11090873" cy="445826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18EA802-D6DC-E2D8-53DA-2883642FC94E}"/>
              </a:ext>
            </a:extLst>
          </p:cNvPr>
          <p:cNvSpPr txBox="1"/>
          <p:nvPr/>
        </p:nvSpPr>
        <p:spPr>
          <a:xfrm>
            <a:off x="1058239" y="1302855"/>
            <a:ext cx="102679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accent4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Essa comparação ajuda a responder quais fatores parecem mais críticos para a satisfação. Em geral, diferenças em atraso, reclamações, contatos com atendimento e tempo de resolução são fortes sinais de ruptura na experiência.</a:t>
            </a:r>
          </a:p>
        </p:txBody>
      </p:sp>
    </p:spTree>
    <p:extLst>
      <p:ext uri="{BB962C8B-B14F-4D97-AF65-F5344CB8AC3E}">
        <p14:creationId xmlns:p14="http://schemas.microsoft.com/office/powerpoint/2010/main" val="3594247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A0CF-740C-E783-5B31-75543CC7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AD799C8-0E29-82CA-F8FD-71A7E344F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012" y="3756956"/>
            <a:ext cx="5047999" cy="3041418"/>
          </a:xfrm>
          <a:prstGeom prst="rect">
            <a:avLst/>
          </a:prstGeom>
          <a:noFill/>
        </p:spPr>
      </p:pic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3A27FC6-43CD-D712-4860-D5B3E0ADAF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56848" y="1141363"/>
            <a:ext cx="5047999" cy="4840529"/>
          </a:xfrm>
        </p:spPr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4318E7-24B0-1C7D-CA7C-1E5DF8C1E72B}"/>
              </a:ext>
            </a:extLst>
          </p:cNvPr>
          <p:cNvSpPr txBox="1"/>
          <p:nvPr/>
        </p:nvSpPr>
        <p:spPr>
          <a:xfrm>
            <a:off x="887013" y="1260679"/>
            <a:ext cx="4787668" cy="46018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2"/>
                </a:solidFill>
                <a:latin typeface="Aptos" panose="020B0004020202020204" pitchFamily="34" charset="0"/>
              </a:rPr>
              <a:t>Quais fatores parecem mais críticos para a satisfação?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1"/>
                </a:solidFill>
                <a:latin typeface="Aptos" panose="020B0004020202020204" pitchFamily="34" charset="0"/>
              </a:rPr>
              <a:t>A análise tende a apontar como fatores mais críticos: atraso na entrega, quantidade de reclamações, contatos com atendimento e tempo de resolução.</a:t>
            </a:r>
          </a:p>
          <a:p>
            <a:pPr marL="0" indent="0">
              <a:spcBef>
                <a:spcPts val="0"/>
              </a:spcBef>
              <a:buNone/>
            </a:pPr>
            <a:endParaRPr lang="pt-BR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2"/>
                </a:solidFill>
                <a:latin typeface="Aptos" panose="020B0004020202020204" pitchFamily="34" charset="0"/>
              </a:rPr>
              <a:t>O que mais gera detratores?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1"/>
                </a:solidFill>
                <a:latin typeface="Aptos" panose="020B0004020202020204" pitchFamily="34" charset="0"/>
              </a:rPr>
              <a:t>Em geral, detratores estão associados a problemas operacionais claros: atraso, necessidade de suporte, reclamações e maior esforço para resolver o problema.</a:t>
            </a:r>
          </a:p>
          <a:p>
            <a:pPr marL="0" indent="0">
              <a:spcBef>
                <a:spcPts val="0"/>
              </a:spcBef>
              <a:buNone/>
            </a:pPr>
            <a:endParaRPr lang="pt-BR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2"/>
                </a:solidFill>
                <a:latin typeface="Aptos" panose="020B0004020202020204" pitchFamily="34" charset="0"/>
              </a:rPr>
              <a:t>Existe algum ponto de ruptura na experiência do cliente?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1"/>
                </a:solidFill>
                <a:latin typeface="Aptos" panose="020B0004020202020204" pitchFamily="34" charset="0"/>
              </a:rPr>
              <a:t>O atraso na entrega costuma ser um forte candidato a ponto de ruptura, especialmente quando combinado com suporte ineficiente.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61081A-8CBA-C16B-3BC6-E17FAD71A03D}"/>
              </a:ext>
            </a:extLst>
          </p:cNvPr>
          <p:cNvSpPr txBox="1">
            <a:spLocks/>
          </p:cNvSpPr>
          <p:nvPr/>
        </p:nvSpPr>
        <p:spPr>
          <a:xfrm>
            <a:off x="5935012" y="1141363"/>
            <a:ext cx="5047999" cy="2824465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3BDBDD-E866-F2DF-F319-8A95E2D8B758}"/>
              </a:ext>
            </a:extLst>
          </p:cNvPr>
          <p:cNvSpPr txBox="1"/>
          <p:nvPr/>
        </p:nvSpPr>
        <p:spPr>
          <a:xfrm>
            <a:off x="6093797" y="1260679"/>
            <a:ext cx="41276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bg2"/>
                </a:solidFill>
                <a:latin typeface="Aptos" panose="020B0004020202020204" pitchFamily="34" charset="0"/>
              </a:rPr>
              <a:t>Que tipo de cliente tende a ter NPS mais alto ou mais baixo?</a:t>
            </a:r>
          </a:p>
          <a:p>
            <a:pPr marL="0" indent="0">
              <a:spcBef>
                <a:spcPts val="0"/>
              </a:spcBef>
              <a:buNone/>
            </a:pPr>
            <a:endParaRPr lang="pt-BR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accent3"/>
                </a:solidFill>
                <a:latin typeface="Aptos" panose="020B0004020202020204" pitchFamily="34" charset="0"/>
              </a:rPr>
              <a:t>NPS mais alto: </a:t>
            </a:r>
            <a:r>
              <a:rPr lang="pt-BR" b="1" dirty="0">
                <a:solidFill>
                  <a:schemeClr val="bg1"/>
                </a:solidFill>
                <a:latin typeface="Aptos" panose="020B0004020202020204" pitchFamily="34" charset="0"/>
              </a:rPr>
              <a:t>clientes com experiência fluida, pouca necessidade de suporte e menos reclamações.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accent3"/>
                </a:solidFill>
                <a:latin typeface="Aptos" panose="020B0004020202020204" pitchFamily="34" charset="0"/>
              </a:rPr>
              <a:t>NPS mais baixo: </a:t>
            </a:r>
            <a:r>
              <a:rPr lang="pt-BR" b="1" dirty="0">
                <a:solidFill>
                  <a:schemeClr val="bg1"/>
                </a:solidFill>
                <a:latin typeface="Aptos" panose="020B0004020202020204" pitchFamily="34" charset="0"/>
              </a:rPr>
              <a:t>clientes que enfrentam atraso, esforço elevado e demora na resolução.</a:t>
            </a:r>
            <a:endParaRPr lang="pt-BR" dirty="0"/>
          </a:p>
        </p:txBody>
      </p:sp>
      <p:sp>
        <p:nvSpPr>
          <p:cNvPr id="10" name="Espaço Reservado para Texto 18">
            <a:extLst>
              <a:ext uri="{FF2B5EF4-FFF2-40B4-BE49-F238E27FC236}">
                <a16:creationId xmlns:a16="http://schemas.microsoft.com/office/drawing/2014/main" id="{F442B772-80B2-2049-6AF1-F67953795220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dirty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 dirty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4"/>
                </a:solidFill>
                <a:latin typeface="Aptos ExtraBold" panose="020B0004020202020204" pitchFamily="34" charset="0"/>
              </a:rPr>
              <a:t>Fatores que mais impactam a satisfação do cliente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3"/>
                </a:solidFill>
                <a:latin typeface="Aptos ExtraBold" panose="020B0004020202020204" pitchFamily="34" charset="0"/>
              </a:rPr>
              <a:t>Variáveis e Aspectos da Operação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2000" dirty="0">
              <a:solidFill>
                <a:schemeClr val="accent3"/>
              </a:solidFill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24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3549-42D8-6D6D-F040-3B31D20A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8">
            <a:extLst>
              <a:ext uri="{FF2B5EF4-FFF2-40B4-BE49-F238E27FC236}">
                <a16:creationId xmlns:a16="http://schemas.microsoft.com/office/drawing/2014/main" id="{C38A79EE-54C5-30CD-714A-88B660DB6397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4"/>
                </a:solidFill>
                <a:latin typeface="Aptos ExtraBold" panose="020B0004020202020204" pitchFamily="34" charset="0"/>
              </a:rPr>
              <a:t>Recomendações práticas para o negócio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3"/>
                </a:solidFill>
                <a:latin typeface="Aptos ExtraBold" panose="020B0004020202020204" pitchFamily="34" charset="0"/>
              </a:rPr>
              <a:t>Nossa proposta de melhoria da experiência dos clientes com base nos insights</a:t>
            </a:r>
          </a:p>
        </p:txBody>
      </p:sp>
      <p:pic>
        <p:nvPicPr>
          <p:cNvPr id="7" name="Imagem 6" descr="Mão e cinco estrelas">
            <a:extLst>
              <a:ext uri="{FF2B5EF4-FFF2-40B4-BE49-F238E27FC236}">
                <a16:creationId xmlns:a16="http://schemas.microsoft.com/office/drawing/2014/main" id="{A56C3774-7B1C-57C6-94A0-F45E43395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304" y="1226489"/>
            <a:ext cx="3544914" cy="23630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3CB085-2432-1189-1492-A7FEB07BBE3C}"/>
              </a:ext>
            </a:extLst>
          </p:cNvPr>
          <p:cNvSpPr txBox="1"/>
          <p:nvPr/>
        </p:nvSpPr>
        <p:spPr>
          <a:xfrm>
            <a:off x="5366205" y="3815910"/>
            <a:ext cx="670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14"/>
              </a:spcBef>
              <a:spcAft>
                <a:spcPts val="1210"/>
              </a:spcAft>
              <a:buNone/>
            </a:pPr>
            <a:r>
              <a:rPr lang="pt-BR" sz="1800" b="1">
                <a:solidFill>
                  <a:schemeClr val="accent4"/>
                </a:solidFill>
                <a:latin typeface="Aptos" panose="020B0004020202020204" pitchFamily="34" charset="0"/>
              </a:rPr>
              <a:t>Quais áreas podem se beneficiar dos insights?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Logística: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 atraso, tempo de entrega, tentativas;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Atendimento: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 contatos, reclamações, tempo de resolução;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Produto/Experiência: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 fricções da jornada;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b="1" i="0" err="1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Pricing</a:t>
            </a: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/Comercial: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 percepção de valor;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Estratégia: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 priorização de investimentos e ações preventivas.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C623B4-7D6B-4361-629B-798CA9A9AA00}"/>
              </a:ext>
            </a:extLst>
          </p:cNvPr>
          <p:cNvSpPr txBox="1"/>
          <p:nvPr/>
        </p:nvSpPr>
        <p:spPr>
          <a:xfrm>
            <a:off x="254285" y="1353698"/>
            <a:ext cx="473895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Recomendações práticas para o negócio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pt-BR" sz="1800" b="1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Com base nas análises, as principais recomendações são:</a:t>
            </a:r>
          </a:p>
          <a:p>
            <a:pPr marL="0" indent="0" algn="l">
              <a:spcBef>
                <a:spcPts val="0"/>
              </a:spcBef>
              <a:buNone/>
            </a:pPr>
            <a:endParaRPr lang="pt-BR" sz="2000" b="1">
              <a:solidFill>
                <a:schemeClr val="accent4"/>
              </a:solidFill>
              <a:latin typeface="Aptos" panose="020B0004020202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Reduzir atrasos logísticos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, pois tendem a ser o principal driver de insatisfação.</a:t>
            </a:r>
          </a:p>
          <a:p>
            <a:pPr marL="0" indent="0" algn="l">
              <a:spcBef>
                <a:spcPts val="0"/>
              </a:spcBef>
              <a:buNone/>
            </a:pPr>
            <a:endParaRPr lang="pt-BR" sz="1800">
              <a:solidFill>
                <a:schemeClr val="accent4"/>
              </a:solidFill>
              <a:latin typeface="Aptos" panose="020B0004020202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Melhorar a eficiência do atendimento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, com foco em reduzir contatos e tempo de resolução.</a:t>
            </a:r>
          </a:p>
          <a:p>
            <a:pPr marL="0" indent="0" algn="l">
              <a:spcBef>
                <a:spcPts val="0"/>
              </a:spcBef>
              <a:buFont typeface="+mj-lt"/>
              <a:buAutoNum type="arabicPeriod"/>
            </a:pPr>
            <a:endParaRPr lang="pt-BR" sz="1800" b="0" i="0">
              <a:solidFill>
                <a:schemeClr val="accent4"/>
              </a:solidFill>
              <a:effectLst/>
              <a:latin typeface="Aptos" panose="020B0004020202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Atuar sobre reclamações recorrentes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, tratando causas-raiz e não apenas sintomas.</a:t>
            </a:r>
          </a:p>
          <a:p>
            <a:pPr marL="0" indent="0" algn="l">
              <a:spcBef>
                <a:spcPts val="0"/>
              </a:spcBef>
              <a:buFont typeface="+mj-lt"/>
              <a:buAutoNum type="arabicPeriod"/>
            </a:pPr>
            <a:endParaRPr lang="pt-BR" sz="1800" b="0" i="0">
              <a:solidFill>
                <a:schemeClr val="accent4"/>
              </a:solidFill>
              <a:effectLst/>
              <a:latin typeface="Aptos" panose="020B0004020202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pt-BR" sz="2000" b="1">
                <a:solidFill>
                  <a:schemeClr val="accent3"/>
                </a:solidFill>
                <a:latin typeface="Aptos" panose="020B0004020202020204" pitchFamily="34" charset="0"/>
                <a:cs typeface="Itau Display Pro" panose="020B0503020204020204" pitchFamily="34" charset="0"/>
              </a:rPr>
              <a:t>Criar alertas operacionais preditivos</a:t>
            </a:r>
            <a:r>
              <a:rPr lang="pt-BR" sz="1800" b="0" i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, priorizando clientes com risco de se tornarem detratores.</a:t>
            </a:r>
          </a:p>
        </p:txBody>
      </p:sp>
    </p:spTree>
    <p:extLst>
      <p:ext uri="{BB962C8B-B14F-4D97-AF65-F5344CB8AC3E}">
        <p14:creationId xmlns:p14="http://schemas.microsoft.com/office/powerpoint/2010/main" val="316060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A04F-E908-155E-F5AA-0F00BFEA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8">
            <a:extLst>
              <a:ext uri="{FF2B5EF4-FFF2-40B4-BE49-F238E27FC236}">
                <a16:creationId xmlns:a16="http://schemas.microsoft.com/office/drawing/2014/main" id="{F4C0F847-4EE4-82D5-C53B-5C9933B8BA38}"/>
              </a:ext>
            </a:extLst>
          </p:cNvPr>
          <p:cNvSpPr txBox="1">
            <a:spLocks/>
          </p:cNvSpPr>
          <p:nvPr/>
        </p:nvSpPr>
        <p:spPr>
          <a:xfrm>
            <a:off x="0" y="9525"/>
            <a:ext cx="12192000" cy="99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Tech </a:t>
            </a:r>
            <a:r>
              <a:rPr lang="pt-BR" sz="2000" noProof="0" err="1">
                <a:solidFill>
                  <a:schemeClr val="accent4"/>
                </a:solidFill>
                <a:latin typeface="Aptos ExtraBold" panose="020B0004020202020204" pitchFamily="34" charset="0"/>
              </a:rPr>
              <a:t>Challenge</a:t>
            </a:r>
            <a:r>
              <a:rPr lang="pt-BR" sz="2000" noProof="0">
                <a:solidFill>
                  <a:schemeClr val="accent4"/>
                </a:solidFill>
                <a:latin typeface="Aptos ExtraBold" panose="020B0004020202020204" pitchFamily="34" charset="0"/>
              </a:rPr>
              <a:t> Fase 1 — Case NPS Preditivo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4"/>
                </a:solidFill>
                <a:latin typeface="Aptos ExtraBold" panose="020B0004020202020204" pitchFamily="34" charset="0"/>
              </a:rPr>
              <a:t>Limitações e riscos da estratégia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>
                <a:solidFill>
                  <a:schemeClr val="accent3"/>
                </a:solidFill>
                <a:latin typeface="Aptos ExtraBold" panose="020B0004020202020204" pitchFamily="34" charset="0"/>
              </a:rPr>
              <a:t>Use-os para a tomada de decisão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2C371F-0BBA-4E14-1596-F36FFA959FBA}"/>
              </a:ext>
            </a:extLst>
          </p:cNvPr>
          <p:cNvSpPr txBox="1"/>
          <p:nvPr/>
        </p:nvSpPr>
        <p:spPr>
          <a:xfrm>
            <a:off x="613881" y="1641564"/>
            <a:ext cx="826299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chemeClr val="accent4"/>
                </a:solidFill>
                <a:latin typeface="Aptos" panose="020B0004020202020204" pitchFamily="34" charset="0"/>
              </a:rPr>
              <a:t>O NPS é uma métrica reativa, coletada após a experiência.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accent4"/>
                </a:solidFill>
                <a:latin typeface="Aptos" panose="020B0004020202020204" pitchFamily="34" charset="0"/>
              </a:rPr>
              <a:t>Correlação não implica causalidade.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accent4"/>
                </a:solidFill>
                <a:latin typeface="Aptos" panose="020B0004020202020204" pitchFamily="34" charset="0"/>
              </a:rPr>
              <a:t>A base pode não capturar fatores qualitativos relevantes.</a:t>
            </a:r>
          </a:p>
          <a:p>
            <a:pPr marL="0" indent="0">
              <a:buNone/>
            </a:pPr>
            <a:r>
              <a:rPr lang="pt-BR" sz="1800" b="1" dirty="0">
                <a:solidFill>
                  <a:schemeClr val="accent4"/>
                </a:solidFill>
                <a:latin typeface="Aptos" panose="020B0004020202020204" pitchFamily="34" charset="0"/>
              </a:rPr>
              <a:t>O modelo depende da qualidade dos dados operacionais disponíveis.</a:t>
            </a:r>
          </a:p>
        </p:txBody>
      </p:sp>
      <p:pic>
        <p:nvPicPr>
          <p:cNvPr id="5" name="Imagem 4" descr="Xeque-mate em um jogo de xadrez">
            <a:extLst>
              <a:ext uri="{FF2B5EF4-FFF2-40B4-BE49-F238E27FC236}">
                <a16:creationId xmlns:a16="http://schemas.microsoft.com/office/drawing/2014/main" id="{F85C77CE-5ECB-6C88-65EA-7B09477691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282" y="4035972"/>
            <a:ext cx="3728718" cy="282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8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B83F-C4D4-A896-2284-72E1120C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Mão e cinco estrelas">
            <a:extLst>
              <a:ext uri="{FF2B5EF4-FFF2-40B4-BE49-F238E27FC236}">
                <a16:creationId xmlns:a16="http://schemas.microsoft.com/office/drawing/2014/main" id="{A1BCB427-78A1-D53B-6B9A-9A3C8EE788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14" y="-1052942"/>
            <a:ext cx="12437694" cy="829102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5834973-6AF4-0060-EC3E-A2022536409A}"/>
              </a:ext>
            </a:extLst>
          </p:cNvPr>
          <p:cNvSpPr txBox="1"/>
          <p:nvPr/>
        </p:nvSpPr>
        <p:spPr>
          <a:xfrm>
            <a:off x="2726413" y="4970582"/>
            <a:ext cx="43833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2800" b="0" i="0" noProof="0" dirty="0">
                <a:solidFill>
                  <a:schemeClr val="accent4"/>
                </a:solidFill>
                <a:effectLst/>
                <a:latin typeface="Aptos Black" panose="020B0004020202020204" pitchFamily="34" charset="0"/>
              </a:rPr>
              <a:t>Obrigado!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Alessandra M. </a:t>
            </a:r>
            <a:r>
              <a:rPr lang="pt-BR" sz="2400" i="0" noProof="0" dirty="0" err="1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Capecce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Alessandro P. dos Santos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400" i="0" noProof="0" dirty="0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Edson L. </a:t>
            </a:r>
            <a:r>
              <a:rPr lang="pt-BR" sz="2400" i="0" noProof="0" dirty="0" err="1">
                <a:solidFill>
                  <a:schemeClr val="accent4"/>
                </a:solidFill>
                <a:effectLst/>
                <a:latin typeface="Aptos Narrow" panose="020B0004020202020204" pitchFamily="34" charset="0"/>
              </a:rPr>
              <a:t>Doro</a:t>
            </a:r>
            <a:endParaRPr lang="pt-BR" sz="2400" noProof="0" dirty="0">
              <a:solidFill>
                <a:schemeClr val="accent4"/>
              </a:solidFill>
              <a:latin typeface="Aptos Narrow" panose="020B00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AFD0AE-EDB1-B663-48DD-4C8DC835E7A3}"/>
              </a:ext>
            </a:extLst>
          </p:cNvPr>
          <p:cNvSpPr txBox="1"/>
          <p:nvPr/>
        </p:nvSpPr>
        <p:spPr>
          <a:xfrm>
            <a:off x="563689" y="369218"/>
            <a:ext cx="7974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accent4"/>
                </a:solidFill>
                <a:latin typeface="Aptos Black" panose="020B0004020202020204" pitchFamily="34" charset="0"/>
                <a:cs typeface="Itau Display Pro" panose="020B0503020204020204" pitchFamily="34" charset="0"/>
              </a:rPr>
              <a:t>Este projeto mostra como dados operacionais podem ser transformados em decisões práticas para melhorar a experiência do cliente. Mais do que medir satisfação no fim da jornada, a proposta é permitir que a empresa </a:t>
            </a:r>
            <a:r>
              <a:rPr lang="pt-BR" sz="2400" b="1" dirty="0">
                <a:solidFill>
                  <a:schemeClr val="accent3"/>
                </a:solidFill>
                <a:latin typeface="Aptos Black" panose="020B0004020202020204" pitchFamily="34" charset="0"/>
                <a:cs typeface="Itau Display Pro" panose="020B0503020204020204" pitchFamily="34" charset="0"/>
              </a:rPr>
              <a:t>antecipe risco</a:t>
            </a:r>
            <a:r>
              <a:rPr lang="pt-BR" sz="2400" b="1" dirty="0">
                <a:solidFill>
                  <a:schemeClr val="accent4"/>
                </a:solidFill>
                <a:latin typeface="Aptos Black" panose="020B0004020202020204" pitchFamily="34" charset="0"/>
                <a:cs typeface="Itau Display Pro" panose="020B0503020204020204" pitchFamily="34" charset="0"/>
              </a:rPr>
              <a:t>, priorize ações e evolua de uma lógica reativa para uma lógica preventiva.</a:t>
            </a:r>
          </a:p>
        </p:txBody>
      </p:sp>
    </p:spTree>
    <p:extLst>
      <p:ext uri="{BB962C8B-B14F-4D97-AF65-F5344CB8AC3E}">
        <p14:creationId xmlns:p14="http://schemas.microsoft.com/office/powerpoint/2010/main" val="24769072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7134.0"/>
  <p:tag name="AS_RELEASE_DATE" val="2017.05.17"/>
  <p:tag name="AS_TITLE" val="Aspose.Slides for .NET 4.0"/>
  <p:tag name="AS_VERSION" val="17.5"/>
  <p:tag name="MEKKOFORMATS" val="&lt;MekkoFormats&gt;&lt;NumberFormat DecimalSeparator=&quot;.&quot; ThousandSeparator=&quot;,&quot; NegativeNumberFormat=&quot;1&quot; /&gt;&lt;Font&gt;&lt;Output_Font_Name Default=&quot;Arial&quot; UsePPTTheme=&quot;True&quot; /&gt;&lt;FarEast_Output_Font_Name Default=&quot;Arial&quot; UsePPTTheme=&quot;True&quot; RotateAndFlipEnabled=&quot;False&quot; /&gt;&lt;/Font&gt;&lt;DateFormat CultureID=&quot;1046&quot; FormatString=&quot;dd/MM/yyyy&quot; /&gt;&lt;/MekkoFormats&gt;"/>
  <p:tag name="OFFICE" val="Sao Paul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2"/>
</p:tagLst>
</file>

<file path=ppt/theme/theme1.xml><?xml version="1.0" encoding="utf-8"?>
<a:theme xmlns:a="http://schemas.openxmlformats.org/drawingml/2006/main" name="Tema Itaú Assuntos BUPJ">
  <a:themeElements>
    <a:clrScheme name="BU | PF">
      <a:dk1>
        <a:srgbClr val="47484A"/>
      </a:dk1>
      <a:lt1>
        <a:sysClr val="window" lastClr="FFFFFF"/>
      </a:lt1>
      <a:dk2>
        <a:srgbClr val="000000"/>
      </a:dk2>
      <a:lt2>
        <a:srgbClr val="FF7800"/>
      </a:lt2>
      <a:accent1>
        <a:srgbClr val="FDA100"/>
      </a:accent1>
      <a:accent2>
        <a:srgbClr val="FF7800"/>
      </a:accent2>
      <a:accent3>
        <a:srgbClr val="FF5900"/>
      </a:accent3>
      <a:accent4>
        <a:srgbClr val="000D2A"/>
      </a:accent4>
      <a:accent5>
        <a:srgbClr val="0E3399"/>
      </a:accent5>
      <a:accent6>
        <a:srgbClr val="2559EB"/>
      </a:accent6>
      <a:hlink>
        <a:srgbClr val="47484A"/>
      </a:hlink>
      <a:folHlink>
        <a:srgbClr val="47484A"/>
      </a:folHlink>
    </a:clrScheme>
    <a:fontScheme name="Uniclass">
      <a:majorFont>
        <a:latin typeface="Itau Display Pro Heavy"/>
        <a:ea typeface=""/>
        <a:cs typeface=""/>
      </a:majorFont>
      <a:minorFont>
        <a:latin typeface="Itau Display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noFill/>
        <a:ln w="12700" cap="rnd" cmpd="sng" algn="ctr">
          <a:solidFill>
            <a:sysClr val="window" lastClr="FFFFFF">
              <a:lumMod val="75000"/>
            </a:sysClr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sz="1600" dirty="0">
            <a:solidFill>
              <a:srgbClr val="47484A"/>
            </a:solidFill>
            <a:latin typeface="Itau Display Pro" panose="020B0503020204020204" pitchFamily="34" charset="0"/>
            <a:cs typeface="Itau Display Pro" panose="020B05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2D5AB8E1D7424AAA55066E322ACC31" ma:contentTypeVersion="16" ma:contentTypeDescription="Create a new document." ma:contentTypeScope="" ma:versionID="aad5cefd20a3f3c44a86ed4ddca6cbdd">
  <xsd:schema xmlns:xsd="http://www.w3.org/2001/XMLSchema" xmlns:xs="http://www.w3.org/2001/XMLSchema" xmlns:p="http://schemas.microsoft.com/office/2006/metadata/properties" xmlns:ns3="6653cd48-f452-4df3-9a61-55fb23702275" xmlns:ns4="41c17884-e767-480b-86b5-8b1d7e347ff3" targetNamespace="http://schemas.microsoft.com/office/2006/metadata/properties" ma:root="true" ma:fieldsID="22f21ed0df4c6e992d6b24a446ef124a" ns3:_="" ns4:_="">
    <xsd:import namespace="6653cd48-f452-4df3-9a61-55fb23702275"/>
    <xsd:import namespace="41c17884-e767-480b-86b5-8b1d7e347ff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3cd48-f452-4df3-9a61-55fb2370227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17884-e767-480b-86b5-8b1d7e347f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653cd48-f452-4df3-9a61-55fb23702275">
      <UserInfo>
        <DisplayName>Lucas Denhi Penteado</DisplayName>
        <AccountId>520</AccountId>
        <AccountType/>
      </UserInfo>
      <UserInfo>
        <DisplayName>Diogo Rendeiro Goncalves</DisplayName>
        <AccountId>522</AccountId>
        <AccountType/>
      </UserInfo>
      <UserInfo>
        <DisplayName>Luan Mateus Meireles Ferreira</DisplayName>
        <AccountId>532</AccountId>
        <AccountType/>
      </UserInfo>
      <UserInfo>
        <DisplayName>Juliana Marion Moreira Alves</DisplayName>
        <AccountId>503</AccountId>
        <AccountType/>
      </UserInfo>
      <UserInfo>
        <DisplayName>Renata Quissak Bartelega Peixoto</DisplayName>
        <AccountId>9</AccountId>
        <AccountType/>
      </UserInfo>
      <UserInfo>
        <DisplayName>Tales Rebequi</DisplayName>
        <AccountId>519</AccountId>
        <AccountType/>
      </UserInfo>
      <UserInfo>
        <DisplayName>Marcelo Sampaio Pinto</DisplayName>
        <AccountId>481</AccountId>
        <AccountType/>
      </UserInfo>
      <UserInfo>
        <DisplayName>Carla Cado Vielmo Dietrich</DisplayName>
        <AccountId>415</AccountId>
        <AccountType/>
      </UserInfo>
      <UserInfo>
        <DisplayName>Jose Lucas Lima Peres</DisplayName>
        <AccountId>514</AccountId>
        <AccountType/>
      </UserInfo>
      <UserInfo>
        <DisplayName>Renato Porfirio</DisplayName>
        <AccountId>516</AccountId>
        <AccountType/>
      </UserInfo>
      <UserInfo>
        <DisplayName>Plinio Sobrinho Olinto</DisplayName>
        <AccountId>482</AccountId>
        <AccountType/>
      </UserInfo>
      <UserInfo>
        <DisplayName>Isadora Sant Anna Lima Kern Diehl</DisplayName>
        <AccountId>425</AccountId>
        <AccountType/>
      </UserInfo>
      <UserInfo>
        <DisplayName>Greta Jiupato</DisplayName>
        <AccountId>395</AccountId>
        <AccountType/>
      </UserInfo>
      <UserInfo>
        <DisplayName>Roni Kinji Saito</DisplayName>
        <AccountId>408</AccountId>
        <AccountType/>
      </UserInfo>
      <UserInfo>
        <DisplayName>Diego Gazotto Dezembro</DisplayName>
        <AccountId>517</AccountId>
        <AccountType/>
      </UserInfo>
      <UserInfo>
        <DisplayName>Aline Rodrigheri Ioste</DisplayName>
        <AccountId>526</AccountId>
        <AccountType/>
      </UserInfo>
      <UserInfo>
        <DisplayName>Paulo Victor Mathias Silva</DisplayName>
        <AccountId>485</AccountId>
        <AccountType/>
      </UserInfo>
      <UserInfo>
        <DisplayName>Maria Carolina Alvares Dias</DisplayName>
        <AccountId>505</AccountId>
        <AccountType/>
      </UserInfo>
      <UserInfo>
        <DisplayName>Jose Geraldo Henrique Silva</DisplayName>
        <AccountId>426</AccountId>
        <AccountType/>
      </UserInfo>
      <UserInfo>
        <DisplayName>Paloma Jovanello</DisplayName>
        <AccountId>508</AccountId>
        <AccountType/>
      </UserInfo>
    </SharedWithUsers>
    <_activity xmlns="41c17884-e767-480b-86b5-8b1d7e347ff3" xsi:nil="true"/>
  </documentManagement>
</p:properties>
</file>

<file path=customXml/itemProps1.xml><?xml version="1.0" encoding="utf-8"?>
<ds:datastoreItem xmlns:ds="http://schemas.openxmlformats.org/officeDocument/2006/customXml" ds:itemID="{D51403DF-90B9-45D4-8D4F-C3AF835709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7FC24C-C808-470D-9003-FE1F99F464D6}">
  <ds:schemaRefs>
    <ds:schemaRef ds:uri="41c17884-e767-480b-86b5-8b1d7e347ff3"/>
    <ds:schemaRef ds:uri="6653cd48-f452-4df3-9a61-55fb237022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9C21EE-C878-441A-A1E6-DC18E600E60C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6653cd48-f452-4df3-9a61-55fb23702275"/>
    <ds:schemaRef ds:uri="http://schemas.microsoft.com/office/infopath/2007/PartnerControls"/>
    <ds:schemaRef ds:uri="41c17884-e767-480b-86b5-8b1d7e347ff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ITAU_EMPRESAS_16.9_Comercial</Template>
  <TotalTime>0</TotalTime>
  <Words>1699</Words>
  <Application>Microsoft Office PowerPoint</Application>
  <PresentationFormat>Widescreen</PresentationFormat>
  <Paragraphs>187</Paragraphs>
  <Slides>16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34" baseType="lpstr">
      <vt:lpstr>Aptos</vt:lpstr>
      <vt:lpstr>Aptos Black</vt:lpstr>
      <vt:lpstr>Aptos ExtraBold</vt:lpstr>
      <vt:lpstr>Aptos Narrow</vt:lpstr>
      <vt:lpstr>Arial</vt:lpstr>
      <vt:lpstr>Calibri</vt:lpstr>
      <vt:lpstr>Courier New</vt:lpstr>
      <vt:lpstr>Itau Display</vt:lpstr>
      <vt:lpstr>Itau Display Pro</vt:lpstr>
      <vt:lpstr>Itau Display Pro Heavy</vt:lpstr>
      <vt:lpstr>Itau Display Pro Light</vt:lpstr>
      <vt:lpstr>Itau Display Pro XBold</vt:lpstr>
      <vt:lpstr>Itau Display XBold</vt:lpstr>
      <vt:lpstr>Itau Text Pro</vt:lpstr>
      <vt:lpstr>Itau Text Pro Light</vt:lpstr>
      <vt:lpstr>Itau Text Pro XBold</vt:lpstr>
      <vt:lpstr>Verdana Pro Black</vt:lpstr>
      <vt:lpstr>Tema Itaú Assuntos BUPJ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Egley Bernardo</dc:creator>
  <cp:lastModifiedBy>Alessandro Pereira Dos Santos</cp:lastModifiedBy>
  <cp:revision>1</cp:revision>
  <dcterms:created xsi:type="dcterms:W3CDTF">2019-11-14T11:43:32Z</dcterms:created>
  <dcterms:modified xsi:type="dcterms:W3CDTF">2026-05-01T15:50:43Z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c6e253-7033-4299-b83e-6575a0ec40c3_Enabled">
    <vt:lpwstr>True</vt:lpwstr>
  </property>
  <property fmtid="{D5CDD505-2E9C-101B-9397-08002B2CF9AE}" pid="3" name="MSIP_Label_7bc6e253-7033-4299-b83e-6575a0ec40c3_SiteId">
    <vt:lpwstr>591669a0-183f-49a5-98f4-9aa0d0b63d81</vt:lpwstr>
  </property>
  <property fmtid="{D5CDD505-2E9C-101B-9397-08002B2CF9AE}" pid="4" name="MSIP_Label_7bc6e253-7033-4299-b83e-6575a0ec40c3_Owner">
    <vt:lpwstr>rafael.kroeger@itau-unibanco.com.br</vt:lpwstr>
  </property>
  <property fmtid="{D5CDD505-2E9C-101B-9397-08002B2CF9AE}" pid="5" name="MSIP_Label_7bc6e253-7033-4299-b83e-6575a0ec40c3_SetDate">
    <vt:lpwstr>2020-08-28T21:11:47.9053318Z</vt:lpwstr>
  </property>
  <property fmtid="{D5CDD505-2E9C-101B-9397-08002B2CF9AE}" pid="6" name="MSIP_Label_7bc6e253-7033-4299-b83e-6575a0ec40c3_Name">
    <vt:lpwstr>Corporativo</vt:lpwstr>
  </property>
  <property fmtid="{D5CDD505-2E9C-101B-9397-08002B2CF9AE}" pid="7" name="MSIP_Label_7bc6e253-7033-4299-b83e-6575a0ec40c3_Application">
    <vt:lpwstr>Microsoft Azure Information Protection</vt:lpwstr>
  </property>
  <property fmtid="{D5CDD505-2E9C-101B-9397-08002B2CF9AE}" pid="8" name="MSIP_Label_7bc6e253-7033-4299-b83e-6575a0ec40c3_ActionId">
    <vt:lpwstr>57499f17-1b61-4cd7-9e54-fe2b69bcba8c</vt:lpwstr>
  </property>
  <property fmtid="{D5CDD505-2E9C-101B-9397-08002B2CF9AE}" pid="9" name="MSIP_Label_7bc6e253-7033-4299-b83e-6575a0ec40c3_Extended_MSFT_Method">
    <vt:lpwstr>Automatic</vt:lpwstr>
  </property>
  <property fmtid="{D5CDD505-2E9C-101B-9397-08002B2CF9AE}" pid="10" name="ContentTypeId">
    <vt:lpwstr>0x010100382D5AB8E1D7424AAA55066E322ACC31</vt:lpwstr>
  </property>
  <property fmtid="{D5CDD505-2E9C-101B-9397-08002B2CF9AE}" pid="11" name="MediaServiceImageTags">
    <vt:lpwstr/>
  </property>
  <property fmtid="{D5CDD505-2E9C-101B-9397-08002B2CF9AE}" pid="12" name="MSIP_Label_4fc996bf-6aee-415c-aa4c-e35ad0009c67_Enabled">
    <vt:lpwstr>true</vt:lpwstr>
  </property>
  <property fmtid="{D5CDD505-2E9C-101B-9397-08002B2CF9AE}" pid="13" name="MSIP_Label_4fc996bf-6aee-415c-aa4c-e35ad0009c67_SetDate">
    <vt:lpwstr>2023-05-12T13:33:26Z</vt:lpwstr>
  </property>
  <property fmtid="{D5CDD505-2E9C-101B-9397-08002B2CF9AE}" pid="14" name="MSIP_Label_4fc996bf-6aee-415c-aa4c-e35ad0009c67_Method">
    <vt:lpwstr>Standard</vt:lpwstr>
  </property>
  <property fmtid="{D5CDD505-2E9C-101B-9397-08002B2CF9AE}" pid="15" name="MSIP_Label_4fc996bf-6aee-415c-aa4c-e35ad0009c67_Name">
    <vt:lpwstr>Compartilhamento Interno</vt:lpwstr>
  </property>
  <property fmtid="{D5CDD505-2E9C-101B-9397-08002B2CF9AE}" pid="16" name="MSIP_Label_4fc996bf-6aee-415c-aa4c-e35ad0009c67_SiteId">
    <vt:lpwstr>591669a0-183f-49a5-98f4-9aa0d0b63d81</vt:lpwstr>
  </property>
  <property fmtid="{D5CDD505-2E9C-101B-9397-08002B2CF9AE}" pid="17" name="MSIP_Label_4fc996bf-6aee-415c-aa4c-e35ad0009c67_ActionId">
    <vt:lpwstr>d54b20c1-fcdf-4e57-bc20-ac98f6c3bada</vt:lpwstr>
  </property>
  <property fmtid="{D5CDD505-2E9C-101B-9397-08002B2CF9AE}" pid="18" name="MSIP_Label_4fc996bf-6aee-415c-aa4c-e35ad0009c67_ContentBits">
    <vt:lpwstr>2</vt:lpwstr>
  </property>
</Properties>
</file>